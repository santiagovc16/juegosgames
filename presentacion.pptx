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753600" cy="7315200"/>
  <p:notesSz cx="6858000" cy="9144000"/>
  <p:embeddedFontLst>
    <p:embeddedFont>
      <p:font typeface="Cooper Hewitt Bold Italics" pitchFamily="2" charset="77"/>
      <p:regular r:id="rId11"/>
      <p:bold r:id="rId12"/>
      <p:italic r:id="rId13"/>
      <p:boldItalic r:id="rId14"/>
    </p:embeddedFont>
    <p:embeddedFont>
      <p:font typeface="Open Sans Bold" panose="020B0806030504020204" pitchFamily="34" charset="0"/>
      <p:regular r:id="rId15"/>
      <p:bold r:id="rId16"/>
    </p:embeddedFont>
    <p:embeddedFont>
      <p:font typeface="Open Sauce Bold" pitchFamily="2" charset="77"/>
      <p:regular r:id="rId17"/>
      <p:bold r:id="rId18"/>
    </p:embeddedFont>
    <p:embeddedFont>
      <p:font typeface="Raleway Bold" pitchFamily="2" charset="77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 autoAdjust="0"/>
    <p:restoredTop sz="94618" autoAdjust="0"/>
  </p:normalViewPr>
  <p:slideViewPr>
    <p:cSldViewPr>
      <p:cViewPr varScale="1">
        <p:scale>
          <a:sx n="98" d="100"/>
          <a:sy n="98" d="100"/>
        </p:scale>
        <p:origin x="55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26" Type="http://schemas.openxmlformats.org/officeDocument/2006/relationships/image" Target="../media/image17.png"/><Relationship Id="rId3" Type="http://schemas.openxmlformats.org/officeDocument/2006/relationships/image" Target="../media/image25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5" Type="http://schemas.openxmlformats.org/officeDocument/2006/relationships/image" Target="../media/image22.svg"/><Relationship Id="rId2" Type="http://schemas.openxmlformats.org/officeDocument/2006/relationships/image" Target="../media/image1.jpe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29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21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19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Relationship Id="rId27" Type="http://schemas.openxmlformats.org/officeDocument/2006/relationships/image" Target="../media/image18.svg"/><Relationship Id="rId30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22.svg"/><Relationship Id="rId3" Type="http://schemas.openxmlformats.org/officeDocument/2006/relationships/image" Target="../media/image46.png"/><Relationship Id="rId21" Type="http://schemas.openxmlformats.org/officeDocument/2006/relationships/image" Target="../media/image19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21.png"/><Relationship Id="rId2" Type="http://schemas.openxmlformats.org/officeDocument/2006/relationships/image" Target="../media/image1.jpeg"/><Relationship Id="rId16" Type="http://schemas.openxmlformats.org/officeDocument/2006/relationships/image" Target="../media/image59.pn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23" Type="http://schemas.openxmlformats.org/officeDocument/2006/relationships/image" Target="../media/image23.png"/><Relationship Id="rId10" Type="http://schemas.openxmlformats.org/officeDocument/2006/relationships/image" Target="../media/image53.png"/><Relationship Id="rId19" Type="http://schemas.openxmlformats.org/officeDocument/2006/relationships/image" Target="../media/image17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Relationship Id="rId22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18" Type="http://schemas.openxmlformats.org/officeDocument/2006/relationships/image" Target="../media/image18.svg"/><Relationship Id="rId3" Type="http://schemas.openxmlformats.org/officeDocument/2006/relationships/image" Target="../media/image60.png"/><Relationship Id="rId21" Type="http://schemas.openxmlformats.org/officeDocument/2006/relationships/image" Target="../media/image23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17.png"/><Relationship Id="rId2" Type="http://schemas.openxmlformats.org/officeDocument/2006/relationships/image" Target="../media/image1.jpeg"/><Relationship Id="rId16" Type="http://schemas.openxmlformats.org/officeDocument/2006/relationships/image" Target="../media/image22.sv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21.png"/><Relationship Id="rId10" Type="http://schemas.openxmlformats.org/officeDocument/2006/relationships/image" Target="../media/image67.png"/><Relationship Id="rId19" Type="http://schemas.openxmlformats.org/officeDocument/2006/relationships/image" Target="../media/image19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Relationship Id="rId22" Type="http://schemas.openxmlformats.org/officeDocument/2006/relationships/image" Target="../media/image7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18" Type="http://schemas.openxmlformats.org/officeDocument/2006/relationships/image" Target="../media/image17.png"/><Relationship Id="rId3" Type="http://schemas.openxmlformats.org/officeDocument/2006/relationships/image" Target="../media/image73.png"/><Relationship Id="rId21" Type="http://schemas.openxmlformats.org/officeDocument/2006/relationships/image" Target="../media/image20.sv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22.svg"/><Relationship Id="rId2" Type="http://schemas.openxmlformats.org/officeDocument/2006/relationships/image" Target="../media/image1.jpeg"/><Relationship Id="rId16" Type="http://schemas.openxmlformats.org/officeDocument/2006/relationships/image" Target="../media/image21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23" Type="http://schemas.openxmlformats.org/officeDocument/2006/relationships/image" Target="../media/image86.png"/><Relationship Id="rId10" Type="http://schemas.openxmlformats.org/officeDocument/2006/relationships/image" Target="../media/image80.png"/><Relationship Id="rId19" Type="http://schemas.openxmlformats.org/officeDocument/2006/relationships/image" Target="../media/image18.sv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Relationship Id="rId22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18" Type="http://schemas.openxmlformats.org/officeDocument/2006/relationships/image" Target="../media/image18.svg"/><Relationship Id="rId3" Type="http://schemas.openxmlformats.org/officeDocument/2006/relationships/image" Target="../media/image87.png"/><Relationship Id="rId21" Type="http://schemas.openxmlformats.org/officeDocument/2006/relationships/image" Target="../media/image23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17" Type="http://schemas.openxmlformats.org/officeDocument/2006/relationships/image" Target="../media/image17.png"/><Relationship Id="rId2" Type="http://schemas.openxmlformats.org/officeDocument/2006/relationships/image" Target="../media/image1.jpeg"/><Relationship Id="rId16" Type="http://schemas.openxmlformats.org/officeDocument/2006/relationships/image" Target="../media/image22.sv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21.png"/><Relationship Id="rId10" Type="http://schemas.openxmlformats.org/officeDocument/2006/relationships/image" Target="../media/image94.png"/><Relationship Id="rId19" Type="http://schemas.openxmlformats.org/officeDocument/2006/relationships/image" Target="../media/image19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Relationship Id="rId22" Type="http://schemas.openxmlformats.org/officeDocument/2006/relationships/image" Target="../media/image9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18" Type="http://schemas.openxmlformats.org/officeDocument/2006/relationships/image" Target="../media/image19.png"/><Relationship Id="rId3" Type="http://schemas.openxmlformats.org/officeDocument/2006/relationships/image" Target="../media/image100.png"/><Relationship Id="rId21" Type="http://schemas.openxmlformats.org/officeDocument/2006/relationships/image" Target="../media/image111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17" Type="http://schemas.openxmlformats.org/officeDocument/2006/relationships/image" Target="../media/image18.svg"/><Relationship Id="rId2" Type="http://schemas.openxmlformats.org/officeDocument/2006/relationships/image" Target="../media/image1.jpeg"/><Relationship Id="rId16" Type="http://schemas.openxmlformats.org/officeDocument/2006/relationships/image" Target="../media/image17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5" Type="http://schemas.openxmlformats.org/officeDocument/2006/relationships/image" Target="../media/image22.svg"/><Relationship Id="rId10" Type="http://schemas.openxmlformats.org/officeDocument/2006/relationships/image" Target="../media/image107.png"/><Relationship Id="rId19" Type="http://schemas.openxmlformats.org/officeDocument/2006/relationships/image" Target="../media/image20.sv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2.png"/><Relationship Id="rId18" Type="http://schemas.openxmlformats.org/officeDocument/2006/relationships/image" Target="../media/image17.png"/><Relationship Id="rId26" Type="http://schemas.openxmlformats.org/officeDocument/2006/relationships/image" Target="../media/image128.png"/><Relationship Id="rId3" Type="http://schemas.openxmlformats.org/officeDocument/2006/relationships/image" Target="../media/image112.png"/><Relationship Id="rId21" Type="http://schemas.openxmlformats.org/officeDocument/2006/relationships/image" Target="../media/image20.sv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17" Type="http://schemas.openxmlformats.org/officeDocument/2006/relationships/image" Target="../media/image22.svg"/><Relationship Id="rId25" Type="http://schemas.openxmlformats.org/officeDocument/2006/relationships/image" Target="../media/image127.png"/><Relationship Id="rId2" Type="http://schemas.openxmlformats.org/officeDocument/2006/relationships/image" Target="../media/image1.jpeg"/><Relationship Id="rId16" Type="http://schemas.openxmlformats.org/officeDocument/2006/relationships/image" Target="../media/image21.png"/><Relationship Id="rId20" Type="http://schemas.openxmlformats.org/officeDocument/2006/relationships/image" Target="../media/image19.png"/><Relationship Id="rId29" Type="http://schemas.openxmlformats.org/officeDocument/2006/relationships/image" Target="../media/image1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24" Type="http://schemas.openxmlformats.org/officeDocument/2006/relationships/image" Target="../media/image126.png"/><Relationship Id="rId5" Type="http://schemas.openxmlformats.org/officeDocument/2006/relationships/image" Target="../media/image114.png"/><Relationship Id="rId15" Type="http://schemas.openxmlformats.org/officeDocument/2006/relationships/image" Target="../media/image124.png"/><Relationship Id="rId23" Type="http://schemas.openxmlformats.org/officeDocument/2006/relationships/image" Target="../media/image125.png"/><Relationship Id="rId28" Type="http://schemas.openxmlformats.org/officeDocument/2006/relationships/image" Target="../media/image130.png"/><Relationship Id="rId10" Type="http://schemas.openxmlformats.org/officeDocument/2006/relationships/image" Target="../media/image119.png"/><Relationship Id="rId19" Type="http://schemas.openxmlformats.org/officeDocument/2006/relationships/image" Target="../media/image18.svg"/><Relationship Id="rId4" Type="http://schemas.openxmlformats.org/officeDocument/2006/relationships/image" Target="../media/image113.png"/><Relationship Id="rId9" Type="http://schemas.openxmlformats.org/officeDocument/2006/relationships/image" Target="../media/image118.png"/><Relationship Id="rId14" Type="http://schemas.openxmlformats.org/officeDocument/2006/relationships/image" Target="../media/image123.png"/><Relationship Id="rId22" Type="http://schemas.openxmlformats.org/officeDocument/2006/relationships/image" Target="../media/image23.png"/><Relationship Id="rId27" Type="http://schemas.openxmlformats.org/officeDocument/2006/relationships/image" Target="../media/image1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23.png"/><Relationship Id="rId18" Type="http://schemas.openxmlformats.org/officeDocument/2006/relationships/image" Target="../media/image129.png"/><Relationship Id="rId3" Type="http://schemas.openxmlformats.org/officeDocument/2006/relationships/image" Target="../media/image132.png"/><Relationship Id="rId21" Type="http://schemas.openxmlformats.org/officeDocument/2006/relationships/image" Target="../media/image22.svg"/><Relationship Id="rId7" Type="http://schemas.openxmlformats.org/officeDocument/2006/relationships/image" Target="../media/image136.png"/><Relationship Id="rId12" Type="http://schemas.openxmlformats.org/officeDocument/2006/relationships/image" Target="../media/image20.svg"/><Relationship Id="rId17" Type="http://schemas.openxmlformats.org/officeDocument/2006/relationships/image" Target="../media/image128.png"/><Relationship Id="rId2" Type="http://schemas.openxmlformats.org/officeDocument/2006/relationships/image" Target="../media/image1.jpeg"/><Relationship Id="rId16" Type="http://schemas.openxmlformats.org/officeDocument/2006/relationships/image" Target="../media/image12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5.png"/><Relationship Id="rId11" Type="http://schemas.openxmlformats.org/officeDocument/2006/relationships/image" Target="../media/image19.png"/><Relationship Id="rId5" Type="http://schemas.openxmlformats.org/officeDocument/2006/relationships/image" Target="../media/image134.png"/><Relationship Id="rId15" Type="http://schemas.openxmlformats.org/officeDocument/2006/relationships/image" Target="../media/image126.png"/><Relationship Id="rId10" Type="http://schemas.openxmlformats.org/officeDocument/2006/relationships/image" Target="../media/image18.svg"/><Relationship Id="rId19" Type="http://schemas.openxmlformats.org/officeDocument/2006/relationships/image" Target="../media/image130.png"/><Relationship Id="rId4" Type="http://schemas.openxmlformats.org/officeDocument/2006/relationships/image" Target="../media/image133.png"/><Relationship Id="rId9" Type="http://schemas.openxmlformats.org/officeDocument/2006/relationships/image" Target="../media/image17.png"/><Relationship Id="rId14" Type="http://schemas.openxmlformats.org/officeDocument/2006/relationships/image" Target="../media/image125.png"/><Relationship Id="rId22" Type="http://schemas.openxmlformats.org/officeDocument/2006/relationships/image" Target="../media/image1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18901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66666" b="-66666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380121" y="1699282"/>
            <a:ext cx="1161343" cy="1161343"/>
            <a:chOff x="0" y="0"/>
            <a:chExt cx="14840029" cy="148400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Freeform 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Freeform 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368934" y="3320271"/>
            <a:ext cx="1161343" cy="1161343"/>
            <a:chOff x="0" y="0"/>
            <a:chExt cx="14840029" cy="148400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4224363" y="1699282"/>
            <a:ext cx="1161343" cy="1161343"/>
            <a:chOff x="0" y="0"/>
            <a:chExt cx="14840029" cy="148400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224363" y="3295830"/>
            <a:ext cx="1161343" cy="1161343"/>
            <a:chOff x="0" y="0"/>
            <a:chExt cx="14840029" cy="148400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1652723" y="1699282"/>
            <a:ext cx="1161343" cy="1161343"/>
            <a:chOff x="0" y="0"/>
            <a:chExt cx="14840029" cy="148400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2936512" y="1699282"/>
            <a:ext cx="1161343" cy="1161343"/>
            <a:chOff x="0" y="0"/>
            <a:chExt cx="14840029" cy="1484002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652723" y="3320271"/>
            <a:ext cx="1161343" cy="1161343"/>
            <a:chOff x="0" y="0"/>
            <a:chExt cx="14840029" cy="1484002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2936512" y="3320271"/>
            <a:ext cx="1161343" cy="1161343"/>
            <a:chOff x="0" y="0"/>
            <a:chExt cx="14840029" cy="1484002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5508152" y="1699282"/>
            <a:ext cx="1161343" cy="1161343"/>
            <a:chOff x="0" y="0"/>
            <a:chExt cx="14840029" cy="1484002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9" name="Group 39"/>
          <p:cNvGrpSpPr>
            <a:grpSpLocks noChangeAspect="1"/>
          </p:cNvGrpSpPr>
          <p:nvPr/>
        </p:nvGrpSpPr>
        <p:grpSpPr>
          <a:xfrm>
            <a:off x="6791941" y="1699282"/>
            <a:ext cx="1161343" cy="1161343"/>
            <a:chOff x="0" y="0"/>
            <a:chExt cx="14840029" cy="1484002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3" name="Group 43"/>
          <p:cNvGrpSpPr>
            <a:grpSpLocks noChangeAspect="1"/>
          </p:cNvGrpSpPr>
          <p:nvPr/>
        </p:nvGrpSpPr>
        <p:grpSpPr>
          <a:xfrm>
            <a:off x="8100877" y="1709824"/>
            <a:ext cx="1161343" cy="1161343"/>
            <a:chOff x="0" y="0"/>
            <a:chExt cx="14840029" cy="1484002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7" name="Group 47"/>
          <p:cNvGrpSpPr>
            <a:grpSpLocks noChangeAspect="1"/>
          </p:cNvGrpSpPr>
          <p:nvPr/>
        </p:nvGrpSpPr>
        <p:grpSpPr>
          <a:xfrm>
            <a:off x="410128" y="5071796"/>
            <a:ext cx="1143651" cy="1143651"/>
            <a:chOff x="0" y="0"/>
            <a:chExt cx="14840029" cy="1484002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51" name="Group 51"/>
          <p:cNvGrpSpPr>
            <a:grpSpLocks noChangeAspect="1"/>
          </p:cNvGrpSpPr>
          <p:nvPr/>
        </p:nvGrpSpPr>
        <p:grpSpPr>
          <a:xfrm>
            <a:off x="1674360" y="5071796"/>
            <a:ext cx="1143651" cy="1143651"/>
            <a:chOff x="0" y="0"/>
            <a:chExt cx="14840029" cy="1484002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3" name="Freeform 5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55" name="Group 55"/>
          <p:cNvGrpSpPr>
            <a:grpSpLocks noChangeAspect="1"/>
          </p:cNvGrpSpPr>
          <p:nvPr/>
        </p:nvGrpSpPr>
        <p:grpSpPr>
          <a:xfrm>
            <a:off x="2928107" y="5055787"/>
            <a:ext cx="1143651" cy="1143651"/>
            <a:chOff x="0" y="0"/>
            <a:chExt cx="14840029" cy="14840029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7" name="Freeform 5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8" name="Freeform 5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59" name="Group 59"/>
          <p:cNvGrpSpPr>
            <a:grpSpLocks noChangeAspect="1"/>
          </p:cNvGrpSpPr>
          <p:nvPr/>
        </p:nvGrpSpPr>
        <p:grpSpPr>
          <a:xfrm>
            <a:off x="4206823" y="5071796"/>
            <a:ext cx="1143651" cy="1143651"/>
            <a:chOff x="0" y="0"/>
            <a:chExt cx="14840029" cy="14840029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1" name="Freeform 6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2" name="Freeform 6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759011" y="534589"/>
            <a:ext cx="1511062" cy="675158"/>
            <a:chOff x="0" y="0"/>
            <a:chExt cx="2014749" cy="900210"/>
          </a:xfrm>
        </p:grpSpPr>
        <p:sp>
          <p:nvSpPr>
            <p:cNvPr id="65" name="Freeform 65"/>
            <p:cNvSpPr/>
            <p:nvPr/>
          </p:nvSpPr>
          <p:spPr>
            <a:xfrm>
              <a:off x="499031" y="73659"/>
              <a:ext cx="497186" cy="497186"/>
            </a:xfrm>
            <a:custGeom>
              <a:avLst/>
              <a:gdLst/>
              <a:ahLst/>
              <a:cxnLst/>
              <a:rect l="l" t="t" r="r" b="b"/>
              <a:pathLst>
                <a:path w="497186" h="497186">
                  <a:moveTo>
                    <a:pt x="0" y="0"/>
                  </a:moveTo>
                  <a:lnTo>
                    <a:pt x="497186" y="0"/>
                  </a:lnTo>
                  <a:lnTo>
                    <a:pt x="497186" y="497186"/>
                  </a:lnTo>
                  <a:lnTo>
                    <a:pt x="0" y="497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6" name="Freeform 66"/>
            <p:cNvSpPr/>
            <p:nvPr/>
          </p:nvSpPr>
          <p:spPr>
            <a:xfrm>
              <a:off x="1245994" y="0"/>
              <a:ext cx="269724" cy="570845"/>
            </a:xfrm>
            <a:custGeom>
              <a:avLst/>
              <a:gdLst/>
              <a:ahLst/>
              <a:cxnLst/>
              <a:rect l="l" t="t" r="r" b="b"/>
              <a:pathLst>
                <a:path w="269724" h="570845">
                  <a:moveTo>
                    <a:pt x="0" y="0"/>
                  </a:moveTo>
                  <a:lnTo>
                    <a:pt x="269724" y="0"/>
                  </a:lnTo>
                  <a:lnTo>
                    <a:pt x="269724" y="570845"/>
                  </a:lnTo>
                  <a:lnTo>
                    <a:pt x="0" y="570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643873"/>
              <a:ext cx="2014749" cy="256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37"/>
                </a:lnSpc>
              </a:pPr>
              <a:endParaRPr lang="en-US" sz="116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68" name="Freeform 68"/>
          <p:cNvSpPr/>
          <p:nvPr/>
        </p:nvSpPr>
        <p:spPr>
          <a:xfrm>
            <a:off x="1708112" y="6697980"/>
            <a:ext cx="202442" cy="251339"/>
          </a:xfrm>
          <a:custGeom>
            <a:avLst/>
            <a:gdLst/>
            <a:ahLst/>
            <a:cxnLst/>
            <a:rect l="l" t="t" r="r" b="b"/>
            <a:pathLst>
              <a:path w="202442" h="251339">
                <a:moveTo>
                  <a:pt x="0" y="0"/>
                </a:moveTo>
                <a:lnTo>
                  <a:pt x="202442" y="0"/>
                </a:lnTo>
                <a:lnTo>
                  <a:pt x="202442" y="251339"/>
                </a:lnTo>
                <a:lnTo>
                  <a:pt x="0" y="25133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9" name="Freeform 69"/>
          <p:cNvSpPr/>
          <p:nvPr/>
        </p:nvSpPr>
        <p:spPr>
          <a:xfrm>
            <a:off x="246823" y="389779"/>
            <a:ext cx="5379379" cy="910012"/>
          </a:xfrm>
          <a:custGeom>
            <a:avLst/>
            <a:gdLst/>
            <a:ahLst/>
            <a:cxnLst/>
            <a:rect l="l" t="t" r="r" b="b"/>
            <a:pathLst>
              <a:path w="5379379" h="910012">
                <a:moveTo>
                  <a:pt x="0" y="0"/>
                </a:moveTo>
                <a:lnTo>
                  <a:pt x="5379378" y="0"/>
                </a:lnTo>
                <a:lnTo>
                  <a:pt x="5379378" y="910012"/>
                </a:lnTo>
                <a:lnTo>
                  <a:pt x="0" y="91001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0" name="Freeform 70"/>
          <p:cNvSpPr/>
          <p:nvPr/>
        </p:nvSpPr>
        <p:spPr>
          <a:xfrm>
            <a:off x="5664729" y="2678913"/>
            <a:ext cx="3381981" cy="5636636"/>
          </a:xfrm>
          <a:custGeom>
            <a:avLst/>
            <a:gdLst/>
            <a:ahLst/>
            <a:cxnLst/>
            <a:rect l="l" t="t" r="r" b="b"/>
            <a:pathLst>
              <a:path w="3381981" h="5636636">
                <a:moveTo>
                  <a:pt x="0" y="0"/>
                </a:moveTo>
                <a:lnTo>
                  <a:pt x="3381982" y="0"/>
                </a:lnTo>
                <a:lnTo>
                  <a:pt x="3381982" y="5636636"/>
                </a:lnTo>
                <a:lnTo>
                  <a:pt x="0" y="563663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1" name="TextBox 71"/>
          <p:cNvSpPr txBox="1"/>
          <p:nvPr/>
        </p:nvSpPr>
        <p:spPr>
          <a:xfrm>
            <a:off x="4346809" y="2870150"/>
            <a:ext cx="1161343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$49.900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652181" y="2870150"/>
            <a:ext cx="1161343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$69.900</a:t>
            </a:r>
          </a:p>
          <a:p>
            <a:pPr algn="l">
              <a:lnSpc>
                <a:spcPts val="1239"/>
              </a:lnSpc>
            </a:pPr>
            <a:r>
              <a:rPr lang="en-US" sz="1106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$39.900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024370" y="2908561"/>
            <a:ext cx="1161343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$139.900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$99.900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346809" y="4466698"/>
            <a:ext cx="1161343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$109.900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$96.900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223323" y="2931324"/>
            <a:ext cx="1161343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$89.900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$49.900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394506" y="6244516"/>
            <a:ext cx="1143651" cy="31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lang="en-US" sz="10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$119.900</a:t>
            </a:r>
          </a:p>
          <a:p>
            <a:pPr algn="l">
              <a:lnSpc>
                <a:spcPts val="1220"/>
              </a:lnSpc>
            </a:pPr>
            <a:r>
              <a:rPr lang="en-US" sz="10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$79.900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733606" y="1309316"/>
            <a:ext cx="6090087" cy="26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8"/>
              </a:lnSpc>
            </a:pPr>
            <a:r>
              <a:rPr lang="en-US" sz="1819" b="1" dirty="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¡</a:t>
            </a:r>
            <a:r>
              <a:rPr lang="en-US" sz="1819" b="1" dirty="0" err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Somos</a:t>
            </a:r>
            <a:r>
              <a:rPr lang="en-US" sz="1819" b="1" dirty="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1819" b="1" dirty="0" err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calidad</a:t>
            </a:r>
            <a:r>
              <a:rPr lang="en-US" sz="1819" b="1" dirty="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, Gamer Edges!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491380" y="2920781"/>
            <a:ext cx="1330707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$79.900</a:t>
            </a:r>
          </a:p>
          <a:p>
            <a:pPr algn="l">
              <a:lnSpc>
                <a:spcPts val="1239"/>
              </a:lnSpc>
            </a:pPr>
            <a:r>
              <a:rPr lang="en-US" sz="1106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$39.900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796751" y="2920781"/>
            <a:ext cx="1161343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$99.900</a:t>
            </a:r>
          </a:p>
          <a:p>
            <a:pPr algn="l">
              <a:lnSpc>
                <a:spcPts val="1239"/>
              </a:lnSpc>
            </a:pPr>
            <a:r>
              <a:rPr lang="en-US" sz="1106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$59.900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91380" y="4491139"/>
            <a:ext cx="1161343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3152073" y="2899725"/>
            <a:ext cx="1161343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$119.900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$79.900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796751" y="4491139"/>
            <a:ext cx="1161343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$109.900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$69.900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3168941" y="4491139"/>
            <a:ext cx="1161343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51963" y="6265307"/>
            <a:ext cx="1143651" cy="31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lang="en-US" sz="10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$69.900</a:t>
            </a:r>
          </a:p>
          <a:p>
            <a:pPr algn="l">
              <a:lnSpc>
                <a:spcPts val="1220"/>
              </a:lnSpc>
            </a:pPr>
            <a:r>
              <a:rPr lang="en-US" sz="10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$39.900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886637" y="6244571"/>
            <a:ext cx="1143651" cy="31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lang="en-US" sz="10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$49.900</a:t>
            </a:r>
          </a:p>
          <a:p>
            <a:pPr algn="l">
              <a:lnSpc>
                <a:spcPts val="1220"/>
              </a:lnSpc>
            </a:pPr>
            <a:r>
              <a:rPr lang="en-US" sz="10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3059831" y="6265252"/>
            <a:ext cx="1143651" cy="31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lang="en-US" sz="10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$109.900</a:t>
            </a:r>
          </a:p>
          <a:p>
            <a:pPr algn="l">
              <a:lnSpc>
                <a:spcPts val="1220"/>
              </a:lnSpc>
            </a:pPr>
            <a:r>
              <a:rPr lang="en-US" sz="10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$59.900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866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66666" b="-66666"/>
            </a:stretch>
          </a:blipFill>
        </p:spPr>
        <p:txBody>
          <a:bodyPr/>
          <a:lstStyle/>
          <a:p>
            <a:endParaRPr lang="es-CO" dirty="0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474128" y="1752518"/>
            <a:ext cx="1144564" cy="1144564"/>
            <a:chOff x="0" y="0"/>
            <a:chExt cx="14840029" cy="148400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Freeform 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Freeform 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39370" y="1752518"/>
            <a:ext cx="1144564" cy="1144564"/>
            <a:chOff x="0" y="0"/>
            <a:chExt cx="14840029" cy="148400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3004611" y="1752518"/>
            <a:ext cx="1144564" cy="1144564"/>
            <a:chOff x="0" y="0"/>
            <a:chExt cx="14840029" cy="148400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273855" y="1752518"/>
            <a:ext cx="1144564" cy="1144564"/>
            <a:chOff x="0" y="0"/>
            <a:chExt cx="14840029" cy="148400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5539097" y="1752518"/>
            <a:ext cx="1144564" cy="1144564"/>
            <a:chOff x="0" y="0"/>
            <a:chExt cx="14840029" cy="148400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6804338" y="1752518"/>
            <a:ext cx="1144564" cy="1144564"/>
            <a:chOff x="0" y="0"/>
            <a:chExt cx="14840029" cy="1484002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8073582" y="1752518"/>
            <a:ext cx="1144564" cy="1144564"/>
            <a:chOff x="0" y="0"/>
            <a:chExt cx="14840029" cy="1484002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474128" y="3459887"/>
            <a:ext cx="1144564" cy="1144564"/>
            <a:chOff x="0" y="0"/>
            <a:chExt cx="14840029" cy="1484002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1739370" y="3459887"/>
            <a:ext cx="1144564" cy="1144564"/>
            <a:chOff x="0" y="0"/>
            <a:chExt cx="14840029" cy="1484002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9" name="Group 39"/>
          <p:cNvGrpSpPr>
            <a:grpSpLocks noChangeAspect="1"/>
          </p:cNvGrpSpPr>
          <p:nvPr/>
        </p:nvGrpSpPr>
        <p:grpSpPr>
          <a:xfrm>
            <a:off x="3008614" y="3407936"/>
            <a:ext cx="1144564" cy="1144564"/>
            <a:chOff x="0" y="0"/>
            <a:chExt cx="14840029" cy="1484002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3" name="Group 43"/>
          <p:cNvGrpSpPr>
            <a:grpSpLocks noChangeAspect="1"/>
          </p:cNvGrpSpPr>
          <p:nvPr/>
        </p:nvGrpSpPr>
        <p:grpSpPr>
          <a:xfrm>
            <a:off x="4273855" y="3407936"/>
            <a:ext cx="1144564" cy="1144564"/>
            <a:chOff x="0" y="0"/>
            <a:chExt cx="14840029" cy="1484002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7" name="Group 47"/>
          <p:cNvGrpSpPr>
            <a:grpSpLocks noChangeAspect="1"/>
          </p:cNvGrpSpPr>
          <p:nvPr/>
        </p:nvGrpSpPr>
        <p:grpSpPr>
          <a:xfrm>
            <a:off x="5539097" y="3407936"/>
            <a:ext cx="1144564" cy="1144564"/>
            <a:chOff x="0" y="0"/>
            <a:chExt cx="14840029" cy="1484002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5839368" y="4552501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$69.900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$39.900</a:t>
            </a:r>
          </a:p>
        </p:txBody>
      </p:sp>
      <p:grpSp>
        <p:nvGrpSpPr>
          <p:cNvPr id="52" name="Group 52"/>
          <p:cNvGrpSpPr>
            <a:grpSpLocks noChangeAspect="1"/>
          </p:cNvGrpSpPr>
          <p:nvPr/>
        </p:nvGrpSpPr>
        <p:grpSpPr>
          <a:xfrm>
            <a:off x="6804338" y="3407936"/>
            <a:ext cx="1144564" cy="1144564"/>
            <a:chOff x="0" y="0"/>
            <a:chExt cx="14840029" cy="14840029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56" name="Group 56"/>
          <p:cNvGrpSpPr>
            <a:grpSpLocks noChangeAspect="1"/>
          </p:cNvGrpSpPr>
          <p:nvPr/>
        </p:nvGrpSpPr>
        <p:grpSpPr>
          <a:xfrm>
            <a:off x="8069579" y="3407936"/>
            <a:ext cx="1144564" cy="1144564"/>
            <a:chOff x="0" y="0"/>
            <a:chExt cx="14840029" cy="1484002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8" name="Freeform 58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9" name="Freeform 59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60" name="Group 60"/>
          <p:cNvGrpSpPr>
            <a:grpSpLocks noChangeAspect="1"/>
          </p:cNvGrpSpPr>
          <p:nvPr/>
        </p:nvGrpSpPr>
        <p:grpSpPr>
          <a:xfrm>
            <a:off x="474128" y="5120488"/>
            <a:ext cx="1144564" cy="1144564"/>
            <a:chOff x="0" y="0"/>
            <a:chExt cx="14840029" cy="14840029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2" name="Freeform 62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3" name="Freeform 63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64" name="Group 64"/>
          <p:cNvGrpSpPr>
            <a:grpSpLocks noChangeAspect="1"/>
          </p:cNvGrpSpPr>
          <p:nvPr/>
        </p:nvGrpSpPr>
        <p:grpSpPr>
          <a:xfrm>
            <a:off x="1739370" y="5068538"/>
            <a:ext cx="1144564" cy="1144564"/>
            <a:chOff x="0" y="0"/>
            <a:chExt cx="14840029" cy="14840029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6" name="Freeform 66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7" name="Freeform 67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68" name="Group 68"/>
          <p:cNvGrpSpPr>
            <a:grpSpLocks noChangeAspect="1"/>
          </p:cNvGrpSpPr>
          <p:nvPr/>
        </p:nvGrpSpPr>
        <p:grpSpPr>
          <a:xfrm>
            <a:off x="3004611" y="5068538"/>
            <a:ext cx="1144564" cy="1144564"/>
            <a:chOff x="0" y="0"/>
            <a:chExt cx="14840029" cy="14840029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0" name="Freeform 70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1" name="Freeform 71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2" name="Group 72"/>
          <p:cNvGrpSpPr>
            <a:grpSpLocks noChangeAspect="1"/>
          </p:cNvGrpSpPr>
          <p:nvPr/>
        </p:nvGrpSpPr>
        <p:grpSpPr>
          <a:xfrm>
            <a:off x="4269852" y="5068538"/>
            <a:ext cx="1144564" cy="1144564"/>
            <a:chOff x="0" y="0"/>
            <a:chExt cx="14840029" cy="14840029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4" name="Freeform 74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5" name="Freeform 75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6" name="Group 76"/>
          <p:cNvGrpSpPr>
            <a:grpSpLocks noChangeAspect="1"/>
          </p:cNvGrpSpPr>
          <p:nvPr/>
        </p:nvGrpSpPr>
        <p:grpSpPr>
          <a:xfrm>
            <a:off x="5533289" y="5068538"/>
            <a:ext cx="1144564" cy="1144564"/>
            <a:chOff x="0" y="0"/>
            <a:chExt cx="14840029" cy="14840029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8" name="Freeform 78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9" name="Freeform 79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80" name="Group 80"/>
          <p:cNvGrpSpPr>
            <a:grpSpLocks noChangeAspect="1"/>
          </p:cNvGrpSpPr>
          <p:nvPr/>
        </p:nvGrpSpPr>
        <p:grpSpPr>
          <a:xfrm>
            <a:off x="6798530" y="5068538"/>
            <a:ext cx="1144564" cy="1144564"/>
            <a:chOff x="0" y="0"/>
            <a:chExt cx="14840029" cy="14840029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82" name="Freeform 82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83" name="Freeform 83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84" name="Group 84"/>
          <p:cNvGrpSpPr>
            <a:grpSpLocks noChangeAspect="1"/>
          </p:cNvGrpSpPr>
          <p:nvPr/>
        </p:nvGrpSpPr>
        <p:grpSpPr>
          <a:xfrm>
            <a:off x="8073582" y="5068538"/>
            <a:ext cx="1144564" cy="1144564"/>
            <a:chOff x="0" y="0"/>
            <a:chExt cx="14840029" cy="14840029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86" name="Freeform 86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87" name="Freeform 87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2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89" name="Freeform 89"/>
          <p:cNvSpPr/>
          <p:nvPr/>
        </p:nvSpPr>
        <p:spPr>
          <a:xfrm>
            <a:off x="1541464" y="6717030"/>
            <a:ext cx="202442" cy="251339"/>
          </a:xfrm>
          <a:custGeom>
            <a:avLst/>
            <a:gdLst/>
            <a:ahLst/>
            <a:cxnLst/>
            <a:rect l="l" t="t" r="r" b="b"/>
            <a:pathLst>
              <a:path w="202442" h="251339">
                <a:moveTo>
                  <a:pt x="0" y="0"/>
                </a:moveTo>
                <a:lnTo>
                  <a:pt x="202442" y="0"/>
                </a:lnTo>
                <a:lnTo>
                  <a:pt x="202442" y="251339"/>
                </a:lnTo>
                <a:lnTo>
                  <a:pt x="0" y="251339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92" name="Group 92"/>
          <p:cNvGrpSpPr/>
          <p:nvPr/>
        </p:nvGrpSpPr>
        <p:grpSpPr>
          <a:xfrm>
            <a:off x="5759011" y="534589"/>
            <a:ext cx="1511062" cy="675158"/>
            <a:chOff x="0" y="0"/>
            <a:chExt cx="2014749" cy="900210"/>
          </a:xfrm>
        </p:grpSpPr>
        <p:sp>
          <p:nvSpPr>
            <p:cNvPr id="93" name="Freeform 93"/>
            <p:cNvSpPr/>
            <p:nvPr/>
          </p:nvSpPr>
          <p:spPr>
            <a:xfrm>
              <a:off x="499031" y="73659"/>
              <a:ext cx="497186" cy="497186"/>
            </a:xfrm>
            <a:custGeom>
              <a:avLst/>
              <a:gdLst/>
              <a:ahLst/>
              <a:cxnLst/>
              <a:rect l="l" t="t" r="r" b="b"/>
              <a:pathLst>
                <a:path w="497186" h="497186">
                  <a:moveTo>
                    <a:pt x="0" y="0"/>
                  </a:moveTo>
                  <a:lnTo>
                    <a:pt x="497186" y="0"/>
                  </a:lnTo>
                  <a:lnTo>
                    <a:pt x="497186" y="497186"/>
                  </a:lnTo>
                  <a:lnTo>
                    <a:pt x="0" y="497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94" name="Freeform 94"/>
            <p:cNvSpPr/>
            <p:nvPr/>
          </p:nvSpPr>
          <p:spPr>
            <a:xfrm>
              <a:off x="1245994" y="0"/>
              <a:ext cx="269724" cy="570845"/>
            </a:xfrm>
            <a:custGeom>
              <a:avLst/>
              <a:gdLst/>
              <a:ahLst/>
              <a:cxnLst/>
              <a:rect l="l" t="t" r="r" b="b"/>
              <a:pathLst>
                <a:path w="269724" h="570845">
                  <a:moveTo>
                    <a:pt x="0" y="0"/>
                  </a:moveTo>
                  <a:lnTo>
                    <a:pt x="269724" y="0"/>
                  </a:lnTo>
                  <a:lnTo>
                    <a:pt x="269724" y="570845"/>
                  </a:lnTo>
                  <a:lnTo>
                    <a:pt x="0" y="570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643873"/>
              <a:ext cx="2014749" cy="256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37"/>
                </a:lnSpc>
              </a:pPr>
              <a:endParaRPr lang="en-US" sz="116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96" name="Freeform 96"/>
          <p:cNvSpPr/>
          <p:nvPr/>
        </p:nvSpPr>
        <p:spPr>
          <a:xfrm>
            <a:off x="1269554" y="603161"/>
            <a:ext cx="5379379" cy="910012"/>
          </a:xfrm>
          <a:custGeom>
            <a:avLst/>
            <a:gdLst/>
            <a:ahLst/>
            <a:cxnLst/>
            <a:rect l="l" t="t" r="r" b="b"/>
            <a:pathLst>
              <a:path w="5379379" h="910012">
                <a:moveTo>
                  <a:pt x="0" y="0"/>
                </a:moveTo>
                <a:lnTo>
                  <a:pt x="5379378" y="0"/>
                </a:lnTo>
                <a:lnTo>
                  <a:pt x="5379378" y="910012"/>
                </a:lnTo>
                <a:lnTo>
                  <a:pt x="0" y="910012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7" name="TextBox 97"/>
          <p:cNvSpPr txBox="1"/>
          <p:nvPr/>
        </p:nvSpPr>
        <p:spPr>
          <a:xfrm>
            <a:off x="697272" y="2946954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$44.900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983784" y="2946954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$79.900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$49.900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3167829" y="2946954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$69.900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$39.900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4388725" y="2897082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$79.900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$49.900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675236" y="2897082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$99.900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$69.900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7010977" y="2897082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$109.900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$69.900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282084" y="2897082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$49.900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703900" y="4604451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$99.900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$49.900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503627" y="4552501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$69.900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$39.900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6988225" y="4552501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$39.900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8274737" y="4552501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$99.900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$49.900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749785" y="6265053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$99.900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$49.900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854239" y="6213103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$109.900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$59.900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3140751" y="6213103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$74.900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$49.900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4476491" y="6213103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$74.900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$49.900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5741790" y="6213103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$74.900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$49.900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7028302" y="6213103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$89.900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$49.900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8322804" y="6213103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$79.900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$49.900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733606" y="1309316"/>
            <a:ext cx="6090087" cy="26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8"/>
              </a:lnSpc>
            </a:pPr>
            <a:r>
              <a:rPr lang="en-US" sz="1819" b="1" dirty="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¡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791948" y="4652076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$99.900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$59.900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3060337" y="4600126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$49.900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66666" b="-66666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-819057" y="3230385"/>
            <a:ext cx="6361985" cy="4215983"/>
          </a:xfrm>
          <a:custGeom>
            <a:avLst/>
            <a:gdLst/>
            <a:ahLst/>
            <a:cxnLst/>
            <a:rect l="l" t="t" r="r" b="b"/>
            <a:pathLst>
              <a:path w="6361985" h="4215983">
                <a:moveTo>
                  <a:pt x="0" y="0"/>
                </a:moveTo>
                <a:lnTo>
                  <a:pt x="6361985" y="0"/>
                </a:lnTo>
                <a:lnTo>
                  <a:pt x="6361985" y="4215983"/>
                </a:lnTo>
                <a:lnTo>
                  <a:pt x="0" y="4215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7810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444413" y="1684606"/>
            <a:ext cx="1142110" cy="1142110"/>
            <a:chOff x="0" y="0"/>
            <a:chExt cx="14840029" cy="148400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Freeform 6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Freeform 7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706941" y="1684606"/>
            <a:ext cx="1142110" cy="1142110"/>
            <a:chOff x="0" y="0"/>
            <a:chExt cx="14840029" cy="148400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2969469" y="1684606"/>
            <a:ext cx="1142110" cy="1142110"/>
            <a:chOff x="0" y="0"/>
            <a:chExt cx="14840029" cy="148400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4235992" y="1684606"/>
            <a:ext cx="1142110" cy="1142110"/>
            <a:chOff x="0" y="0"/>
            <a:chExt cx="14840029" cy="1484002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5498520" y="1684606"/>
            <a:ext cx="1142110" cy="1142110"/>
            <a:chOff x="0" y="0"/>
            <a:chExt cx="14840029" cy="1484002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6761048" y="1684606"/>
            <a:ext cx="1142110" cy="1142110"/>
            <a:chOff x="0" y="0"/>
            <a:chExt cx="14840029" cy="1484002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8048306" y="1684606"/>
            <a:ext cx="1142110" cy="1142110"/>
            <a:chOff x="0" y="0"/>
            <a:chExt cx="14840029" cy="1484002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2" name="Group 32"/>
          <p:cNvGrpSpPr>
            <a:grpSpLocks noChangeAspect="1"/>
          </p:cNvGrpSpPr>
          <p:nvPr/>
        </p:nvGrpSpPr>
        <p:grpSpPr>
          <a:xfrm>
            <a:off x="5494525" y="3393486"/>
            <a:ext cx="1142110" cy="1142110"/>
            <a:chOff x="0" y="0"/>
            <a:chExt cx="14840029" cy="1484002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6" name="Group 36"/>
          <p:cNvGrpSpPr>
            <a:grpSpLocks noChangeAspect="1"/>
          </p:cNvGrpSpPr>
          <p:nvPr/>
        </p:nvGrpSpPr>
        <p:grpSpPr>
          <a:xfrm>
            <a:off x="6761048" y="3393486"/>
            <a:ext cx="1142110" cy="1142110"/>
            <a:chOff x="0" y="0"/>
            <a:chExt cx="14840029" cy="1484002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0" name="Group 40"/>
          <p:cNvGrpSpPr>
            <a:grpSpLocks noChangeAspect="1"/>
          </p:cNvGrpSpPr>
          <p:nvPr/>
        </p:nvGrpSpPr>
        <p:grpSpPr>
          <a:xfrm>
            <a:off x="8023576" y="3393486"/>
            <a:ext cx="1142110" cy="1142110"/>
            <a:chOff x="0" y="0"/>
            <a:chExt cx="14840029" cy="1484002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4" name="Group 44"/>
          <p:cNvGrpSpPr>
            <a:grpSpLocks noChangeAspect="1"/>
          </p:cNvGrpSpPr>
          <p:nvPr/>
        </p:nvGrpSpPr>
        <p:grpSpPr>
          <a:xfrm>
            <a:off x="5456880" y="5029791"/>
            <a:ext cx="1142110" cy="1142110"/>
            <a:chOff x="0" y="0"/>
            <a:chExt cx="14840029" cy="1484002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7" name="Freeform 47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8" name="Group 48"/>
          <p:cNvGrpSpPr>
            <a:grpSpLocks noChangeAspect="1"/>
          </p:cNvGrpSpPr>
          <p:nvPr/>
        </p:nvGrpSpPr>
        <p:grpSpPr>
          <a:xfrm>
            <a:off x="6719409" y="5029791"/>
            <a:ext cx="1142110" cy="1142110"/>
            <a:chOff x="0" y="0"/>
            <a:chExt cx="14840029" cy="1484002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52" name="Group 52"/>
          <p:cNvGrpSpPr>
            <a:grpSpLocks noChangeAspect="1"/>
          </p:cNvGrpSpPr>
          <p:nvPr/>
        </p:nvGrpSpPr>
        <p:grpSpPr>
          <a:xfrm>
            <a:off x="7983799" y="5029791"/>
            <a:ext cx="1142110" cy="1142110"/>
            <a:chOff x="0" y="0"/>
            <a:chExt cx="14840029" cy="14840029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57" name="Freeform 57"/>
          <p:cNvSpPr/>
          <p:nvPr/>
        </p:nvSpPr>
        <p:spPr>
          <a:xfrm>
            <a:off x="2080484" y="6583680"/>
            <a:ext cx="202442" cy="251339"/>
          </a:xfrm>
          <a:custGeom>
            <a:avLst/>
            <a:gdLst/>
            <a:ahLst/>
            <a:cxnLst/>
            <a:rect l="l" t="t" r="r" b="b"/>
            <a:pathLst>
              <a:path w="202442" h="251339">
                <a:moveTo>
                  <a:pt x="0" y="0"/>
                </a:moveTo>
                <a:lnTo>
                  <a:pt x="202442" y="0"/>
                </a:lnTo>
                <a:lnTo>
                  <a:pt x="202442" y="251339"/>
                </a:lnTo>
                <a:lnTo>
                  <a:pt x="0" y="25133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59" name="Group 59"/>
          <p:cNvGrpSpPr/>
          <p:nvPr/>
        </p:nvGrpSpPr>
        <p:grpSpPr>
          <a:xfrm>
            <a:off x="5759011" y="534589"/>
            <a:ext cx="1511062" cy="675158"/>
            <a:chOff x="0" y="0"/>
            <a:chExt cx="2014749" cy="900210"/>
          </a:xfrm>
        </p:grpSpPr>
        <p:sp>
          <p:nvSpPr>
            <p:cNvPr id="60" name="Freeform 60"/>
            <p:cNvSpPr/>
            <p:nvPr/>
          </p:nvSpPr>
          <p:spPr>
            <a:xfrm>
              <a:off x="499031" y="73659"/>
              <a:ext cx="497186" cy="497186"/>
            </a:xfrm>
            <a:custGeom>
              <a:avLst/>
              <a:gdLst/>
              <a:ahLst/>
              <a:cxnLst/>
              <a:rect l="l" t="t" r="r" b="b"/>
              <a:pathLst>
                <a:path w="497186" h="497186">
                  <a:moveTo>
                    <a:pt x="0" y="0"/>
                  </a:moveTo>
                  <a:lnTo>
                    <a:pt x="497186" y="0"/>
                  </a:lnTo>
                  <a:lnTo>
                    <a:pt x="497186" y="497186"/>
                  </a:lnTo>
                  <a:lnTo>
                    <a:pt x="0" y="497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1" name="Freeform 61"/>
            <p:cNvSpPr/>
            <p:nvPr/>
          </p:nvSpPr>
          <p:spPr>
            <a:xfrm>
              <a:off x="1245994" y="0"/>
              <a:ext cx="269724" cy="570845"/>
            </a:xfrm>
            <a:custGeom>
              <a:avLst/>
              <a:gdLst/>
              <a:ahLst/>
              <a:cxnLst/>
              <a:rect l="l" t="t" r="r" b="b"/>
              <a:pathLst>
                <a:path w="269724" h="570845">
                  <a:moveTo>
                    <a:pt x="0" y="0"/>
                  </a:moveTo>
                  <a:lnTo>
                    <a:pt x="269724" y="0"/>
                  </a:lnTo>
                  <a:lnTo>
                    <a:pt x="269724" y="570845"/>
                  </a:lnTo>
                  <a:lnTo>
                    <a:pt x="0" y="570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643873"/>
              <a:ext cx="2014749" cy="256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37"/>
                </a:lnSpc>
              </a:pPr>
              <a:endParaRPr lang="en-US" sz="116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63" name="Freeform 63"/>
          <p:cNvSpPr/>
          <p:nvPr/>
        </p:nvSpPr>
        <p:spPr>
          <a:xfrm>
            <a:off x="246823" y="493995"/>
            <a:ext cx="5379379" cy="910012"/>
          </a:xfrm>
          <a:custGeom>
            <a:avLst/>
            <a:gdLst/>
            <a:ahLst/>
            <a:cxnLst/>
            <a:rect l="l" t="t" r="r" b="b"/>
            <a:pathLst>
              <a:path w="5379379" h="910012">
                <a:moveTo>
                  <a:pt x="0" y="0"/>
                </a:moveTo>
                <a:lnTo>
                  <a:pt x="5379378" y="0"/>
                </a:lnTo>
                <a:lnTo>
                  <a:pt x="5379378" y="910012"/>
                </a:lnTo>
                <a:lnTo>
                  <a:pt x="0" y="91001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4" name="TextBox 64"/>
          <p:cNvSpPr txBox="1"/>
          <p:nvPr/>
        </p:nvSpPr>
        <p:spPr>
          <a:xfrm>
            <a:off x="3198596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$119.900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$79.900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52467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$34.900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$24.900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936220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$129.900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$99.900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419484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$49.900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703237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$39.900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933083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$49.900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162929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$99.900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$59.900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753003" y="4535596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$39.900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969102" y="4535596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$69.900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$39.900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252855" y="4535596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$49.900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571503" y="617190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$49.900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046023" y="617190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$39.900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188133" y="617190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$49.900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733606" y="1309316"/>
            <a:ext cx="6090087" cy="26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8"/>
              </a:lnSpc>
            </a:pPr>
            <a:r>
              <a:rPr lang="en-US" sz="1819" b="1" dirty="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¡!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6823" y="205406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66666" b="-66666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438571" y="1670003"/>
            <a:ext cx="1161179" cy="1161179"/>
            <a:chOff x="0" y="0"/>
            <a:chExt cx="14840029" cy="148400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Freeform 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Freeform 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438571" y="3290762"/>
            <a:ext cx="1161179" cy="1161179"/>
            <a:chOff x="0" y="0"/>
            <a:chExt cx="14840029" cy="148400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438571" y="4887085"/>
            <a:ext cx="1161179" cy="1161179"/>
            <a:chOff x="0" y="0"/>
            <a:chExt cx="14840029" cy="148400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722178" y="1670003"/>
            <a:ext cx="1161179" cy="1161179"/>
            <a:chOff x="0" y="0"/>
            <a:chExt cx="14840029" cy="148400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3005786" y="1670003"/>
            <a:ext cx="1161179" cy="1161179"/>
            <a:chOff x="0" y="0"/>
            <a:chExt cx="14840029" cy="148400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722178" y="3290762"/>
            <a:ext cx="1161179" cy="1161179"/>
            <a:chOff x="0" y="0"/>
            <a:chExt cx="14840029" cy="1484002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722178" y="4887085"/>
            <a:ext cx="1161179" cy="1161179"/>
            <a:chOff x="0" y="0"/>
            <a:chExt cx="14840029" cy="1484002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6860670" y="3334489"/>
            <a:ext cx="1161179" cy="1161179"/>
            <a:chOff x="0" y="0"/>
            <a:chExt cx="14840029" cy="1484002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6860670" y="4955249"/>
            <a:ext cx="1161179" cy="1161179"/>
            <a:chOff x="0" y="0"/>
            <a:chExt cx="14840029" cy="1484002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9" name="Group 39"/>
          <p:cNvGrpSpPr>
            <a:grpSpLocks noChangeAspect="1"/>
          </p:cNvGrpSpPr>
          <p:nvPr/>
        </p:nvGrpSpPr>
        <p:grpSpPr>
          <a:xfrm>
            <a:off x="8148339" y="1694440"/>
            <a:ext cx="1161179" cy="1161179"/>
            <a:chOff x="0" y="0"/>
            <a:chExt cx="14840029" cy="1484002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3" name="Group 43"/>
          <p:cNvGrpSpPr>
            <a:grpSpLocks noChangeAspect="1"/>
          </p:cNvGrpSpPr>
          <p:nvPr/>
        </p:nvGrpSpPr>
        <p:grpSpPr>
          <a:xfrm>
            <a:off x="8148339" y="3290762"/>
            <a:ext cx="1161179" cy="1161179"/>
            <a:chOff x="0" y="0"/>
            <a:chExt cx="14840029" cy="1484002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7" name="Group 47"/>
          <p:cNvGrpSpPr>
            <a:grpSpLocks noChangeAspect="1"/>
          </p:cNvGrpSpPr>
          <p:nvPr/>
        </p:nvGrpSpPr>
        <p:grpSpPr>
          <a:xfrm>
            <a:off x="8148339" y="4934870"/>
            <a:ext cx="1161179" cy="1161179"/>
            <a:chOff x="0" y="0"/>
            <a:chExt cx="14840029" cy="1484002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51" name="Freeform 51"/>
          <p:cNvSpPr/>
          <p:nvPr/>
        </p:nvSpPr>
        <p:spPr>
          <a:xfrm>
            <a:off x="1541464" y="6717030"/>
            <a:ext cx="202442" cy="251339"/>
          </a:xfrm>
          <a:custGeom>
            <a:avLst/>
            <a:gdLst/>
            <a:ahLst/>
            <a:cxnLst/>
            <a:rect l="l" t="t" r="r" b="b"/>
            <a:pathLst>
              <a:path w="202442" h="251339">
                <a:moveTo>
                  <a:pt x="0" y="0"/>
                </a:moveTo>
                <a:lnTo>
                  <a:pt x="202442" y="0"/>
                </a:lnTo>
                <a:lnTo>
                  <a:pt x="202442" y="251339"/>
                </a:lnTo>
                <a:lnTo>
                  <a:pt x="0" y="25133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53" name="Group 53"/>
          <p:cNvGrpSpPr/>
          <p:nvPr/>
        </p:nvGrpSpPr>
        <p:grpSpPr>
          <a:xfrm>
            <a:off x="5759011" y="534589"/>
            <a:ext cx="1511062" cy="675158"/>
            <a:chOff x="0" y="0"/>
            <a:chExt cx="2014749" cy="900210"/>
          </a:xfrm>
        </p:grpSpPr>
        <p:sp>
          <p:nvSpPr>
            <p:cNvPr id="54" name="Freeform 54"/>
            <p:cNvSpPr/>
            <p:nvPr/>
          </p:nvSpPr>
          <p:spPr>
            <a:xfrm>
              <a:off x="499031" y="73659"/>
              <a:ext cx="497186" cy="497186"/>
            </a:xfrm>
            <a:custGeom>
              <a:avLst/>
              <a:gdLst/>
              <a:ahLst/>
              <a:cxnLst/>
              <a:rect l="l" t="t" r="r" b="b"/>
              <a:pathLst>
                <a:path w="497186" h="497186">
                  <a:moveTo>
                    <a:pt x="0" y="0"/>
                  </a:moveTo>
                  <a:lnTo>
                    <a:pt x="497186" y="0"/>
                  </a:lnTo>
                  <a:lnTo>
                    <a:pt x="497186" y="497186"/>
                  </a:lnTo>
                  <a:lnTo>
                    <a:pt x="0" y="497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1245994" y="0"/>
              <a:ext cx="269724" cy="570845"/>
            </a:xfrm>
            <a:custGeom>
              <a:avLst/>
              <a:gdLst/>
              <a:ahLst/>
              <a:cxnLst/>
              <a:rect l="l" t="t" r="r" b="b"/>
              <a:pathLst>
                <a:path w="269724" h="570845">
                  <a:moveTo>
                    <a:pt x="0" y="0"/>
                  </a:moveTo>
                  <a:lnTo>
                    <a:pt x="269724" y="0"/>
                  </a:lnTo>
                  <a:lnTo>
                    <a:pt x="269724" y="570845"/>
                  </a:lnTo>
                  <a:lnTo>
                    <a:pt x="0" y="570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643873"/>
              <a:ext cx="2014749" cy="256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37"/>
                </a:lnSpc>
              </a:pPr>
              <a:endParaRPr lang="en-US" sz="116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57" name="Freeform 57"/>
          <p:cNvSpPr/>
          <p:nvPr/>
        </p:nvSpPr>
        <p:spPr>
          <a:xfrm>
            <a:off x="246823" y="493995"/>
            <a:ext cx="5379379" cy="910012"/>
          </a:xfrm>
          <a:custGeom>
            <a:avLst/>
            <a:gdLst/>
            <a:ahLst/>
            <a:cxnLst/>
            <a:rect l="l" t="t" r="r" b="b"/>
            <a:pathLst>
              <a:path w="5379379" h="910012">
                <a:moveTo>
                  <a:pt x="0" y="0"/>
                </a:moveTo>
                <a:lnTo>
                  <a:pt x="5379378" y="0"/>
                </a:lnTo>
                <a:lnTo>
                  <a:pt x="5379378" y="910012"/>
                </a:lnTo>
                <a:lnTo>
                  <a:pt x="0" y="91001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8" name="Freeform 58"/>
          <p:cNvSpPr/>
          <p:nvPr/>
        </p:nvSpPr>
        <p:spPr>
          <a:xfrm>
            <a:off x="3075855" y="3421134"/>
            <a:ext cx="3451439" cy="3850539"/>
          </a:xfrm>
          <a:custGeom>
            <a:avLst/>
            <a:gdLst/>
            <a:ahLst/>
            <a:cxnLst/>
            <a:rect l="l" t="t" r="r" b="b"/>
            <a:pathLst>
              <a:path w="3451439" h="3850539">
                <a:moveTo>
                  <a:pt x="0" y="0"/>
                </a:moveTo>
                <a:lnTo>
                  <a:pt x="3451440" y="0"/>
                </a:lnTo>
                <a:lnTo>
                  <a:pt x="3451440" y="3850539"/>
                </a:lnTo>
                <a:lnTo>
                  <a:pt x="0" y="385053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t="-23857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9" name="TextBox 59"/>
          <p:cNvSpPr txBox="1"/>
          <p:nvPr/>
        </p:nvSpPr>
        <p:spPr>
          <a:xfrm>
            <a:off x="3215425" y="2840707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$39.900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55108" y="2840707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869819" y="2840707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$29.900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$19.900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0099" y="4461466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$34.900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$24.900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054246" y="4449248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50099" y="6057789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$34.900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$24.900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955286" y="6057789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070308" y="4505193"/>
            <a:ext cx="1161179" cy="296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$29.900</a:t>
            </a:r>
          </a:p>
          <a:p>
            <a:pPr algn="l">
              <a:lnSpc>
                <a:spcPts val="1127"/>
              </a:lnSpc>
            </a:pPr>
            <a:r>
              <a:rPr lang="en-US" sz="10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 $19.900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123463" y="6125953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359866" y="2865143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$44.900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$24.900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334895" y="4461466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$89.900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$59.900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381446" y="6105574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66666" b="-66666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383289" y="1795973"/>
            <a:ext cx="1158175" cy="1158175"/>
            <a:chOff x="0" y="0"/>
            <a:chExt cx="14840029" cy="148400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Freeform 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Freeform 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336626" y="3346115"/>
            <a:ext cx="1158175" cy="1158175"/>
            <a:chOff x="0" y="0"/>
            <a:chExt cx="14840029" cy="148400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336626" y="4938308"/>
            <a:ext cx="1158175" cy="1158175"/>
            <a:chOff x="0" y="0"/>
            <a:chExt cx="14840029" cy="148400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616913" y="1753922"/>
            <a:ext cx="1158175" cy="1158175"/>
            <a:chOff x="0" y="0"/>
            <a:chExt cx="14840029" cy="148400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2897200" y="1753922"/>
            <a:ext cx="1158175" cy="1158175"/>
            <a:chOff x="0" y="0"/>
            <a:chExt cx="14840029" cy="148400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616913" y="3346115"/>
            <a:ext cx="1158175" cy="1158175"/>
            <a:chOff x="0" y="0"/>
            <a:chExt cx="14840029" cy="1484002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2897200" y="3346115"/>
            <a:ext cx="1158175" cy="1158175"/>
            <a:chOff x="0" y="0"/>
            <a:chExt cx="14840029" cy="1484002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1616913" y="4938308"/>
            <a:ext cx="1158175" cy="1158175"/>
            <a:chOff x="0" y="0"/>
            <a:chExt cx="14840029" cy="1484002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2897200" y="4938308"/>
            <a:ext cx="1158175" cy="1158175"/>
            <a:chOff x="0" y="0"/>
            <a:chExt cx="14840029" cy="1484002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3159313" y="2921622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$34.900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$24.900</a:t>
            </a:r>
          </a:p>
        </p:txBody>
      </p:sp>
      <p:grpSp>
        <p:nvGrpSpPr>
          <p:cNvPr id="40" name="Group 40"/>
          <p:cNvGrpSpPr>
            <a:grpSpLocks noChangeAspect="1"/>
          </p:cNvGrpSpPr>
          <p:nvPr/>
        </p:nvGrpSpPr>
        <p:grpSpPr>
          <a:xfrm>
            <a:off x="4181538" y="1753922"/>
            <a:ext cx="1158175" cy="1158175"/>
            <a:chOff x="0" y="0"/>
            <a:chExt cx="14840029" cy="1484002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4" name="Group 44"/>
          <p:cNvGrpSpPr>
            <a:grpSpLocks noChangeAspect="1"/>
          </p:cNvGrpSpPr>
          <p:nvPr/>
        </p:nvGrpSpPr>
        <p:grpSpPr>
          <a:xfrm>
            <a:off x="5461825" y="1753922"/>
            <a:ext cx="1158175" cy="1158175"/>
            <a:chOff x="0" y="0"/>
            <a:chExt cx="14840029" cy="1484002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7" name="Freeform 47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8" name="Group 48"/>
          <p:cNvGrpSpPr>
            <a:grpSpLocks noChangeAspect="1"/>
          </p:cNvGrpSpPr>
          <p:nvPr/>
        </p:nvGrpSpPr>
        <p:grpSpPr>
          <a:xfrm>
            <a:off x="6742112" y="1753922"/>
            <a:ext cx="1158175" cy="1158175"/>
            <a:chOff x="0" y="0"/>
            <a:chExt cx="14840029" cy="1484002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52" name="Group 52"/>
          <p:cNvGrpSpPr>
            <a:grpSpLocks noChangeAspect="1"/>
          </p:cNvGrpSpPr>
          <p:nvPr/>
        </p:nvGrpSpPr>
        <p:grpSpPr>
          <a:xfrm>
            <a:off x="8026450" y="1753922"/>
            <a:ext cx="1158175" cy="1158175"/>
            <a:chOff x="0" y="0"/>
            <a:chExt cx="14840029" cy="14840029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56" name="Freeform 56"/>
          <p:cNvSpPr/>
          <p:nvPr/>
        </p:nvSpPr>
        <p:spPr>
          <a:xfrm>
            <a:off x="1541464" y="6717030"/>
            <a:ext cx="202442" cy="251339"/>
          </a:xfrm>
          <a:custGeom>
            <a:avLst/>
            <a:gdLst/>
            <a:ahLst/>
            <a:cxnLst/>
            <a:rect l="l" t="t" r="r" b="b"/>
            <a:pathLst>
              <a:path w="202442" h="251339">
                <a:moveTo>
                  <a:pt x="0" y="0"/>
                </a:moveTo>
                <a:lnTo>
                  <a:pt x="202442" y="0"/>
                </a:lnTo>
                <a:lnTo>
                  <a:pt x="202442" y="251339"/>
                </a:lnTo>
                <a:lnTo>
                  <a:pt x="0" y="25133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58" name="Group 58"/>
          <p:cNvGrpSpPr/>
          <p:nvPr/>
        </p:nvGrpSpPr>
        <p:grpSpPr>
          <a:xfrm>
            <a:off x="5759011" y="534589"/>
            <a:ext cx="1511062" cy="675158"/>
            <a:chOff x="0" y="0"/>
            <a:chExt cx="2014749" cy="900210"/>
          </a:xfrm>
        </p:grpSpPr>
        <p:sp>
          <p:nvSpPr>
            <p:cNvPr id="59" name="Freeform 59"/>
            <p:cNvSpPr/>
            <p:nvPr/>
          </p:nvSpPr>
          <p:spPr>
            <a:xfrm>
              <a:off x="499031" y="73659"/>
              <a:ext cx="497186" cy="497186"/>
            </a:xfrm>
            <a:custGeom>
              <a:avLst/>
              <a:gdLst/>
              <a:ahLst/>
              <a:cxnLst/>
              <a:rect l="l" t="t" r="r" b="b"/>
              <a:pathLst>
                <a:path w="497186" h="497186">
                  <a:moveTo>
                    <a:pt x="0" y="0"/>
                  </a:moveTo>
                  <a:lnTo>
                    <a:pt x="497186" y="0"/>
                  </a:lnTo>
                  <a:lnTo>
                    <a:pt x="497186" y="497186"/>
                  </a:lnTo>
                  <a:lnTo>
                    <a:pt x="0" y="497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0" name="Freeform 60"/>
            <p:cNvSpPr/>
            <p:nvPr/>
          </p:nvSpPr>
          <p:spPr>
            <a:xfrm>
              <a:off x="1245994" y="0"/>
              <a:ext cx="269724" cy="570845"/>
            </a:xfrm>
            <a:custGeom>
              <a:avLst/>
              <a:gdLst/>
              <a:ahLst/>
              <a:cxnLst/>
              <a:rect l="l" t="t" r="r" b="b"/>
              <a:pathLst>
                <a:path w="269724" h="570845">
                  <a:moveTo>
                    <a:pt x="0" y="0"/>
                  </a:moveTo>
                  <a:lnTo>
                    <a:pt x="269724" y="0"/>
                  </a:lnTo>
                  <a:lnTo>
                    <a:pt x="269724" y="570845"/>
                  </a:lnTo>
                  <a:lnTo>
                    <a:pt x="0" y="570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643873"/>
              <a:ext cx="2014749" cy="256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37"/>
                </a:lnSpc>
              </a:pPr>
              <a:endParaRPr lang="en-US" sz="116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62" name="Freeform 62"/>
          <p:cNvSpPr/>
          <p:nvPr/>
        </p:nvSpPr>
        <p:spPr>
          <a:xfrm>
            <a:off x="246823" y="493995"/>
            <a:ext cx="5379379" cy="910012"/>
          </a:xfrm>
          <a:custGeom>
            <a:avLst/>
            <a:gdLst/>
            <a:ahLst/>
            <a:cxnLst/>
            <a:rect l="l" t="t" r="r" b="b"/>
            <a:pathLst>
              <a:path w="5379379" h="910012">
                <a:moveTo>
                  <a:pt x="0" y="0"/>
                </a:moveTo>
                <a:lnTo>
                  <a:pt x="5379378" y="0"/>
                </a:lnTo>
                <a:lnTo>
                  <a:pt x="5379378" y="910012"/>
                </a:lnTo>
                <a:lnTo>
                  <a:pt x="0" y="91001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3" name="Freeform 63"/>
          <p:cNvSpPr/>
          <p:nvPr/>
        </p:nvSpPr>
        <p:spPr>
          <a:xfrm>
            <a:off x="3854489" y="3092757"/>
            <a:ext cx="5806538" cy="3804933"/>
          </a:xfrm>
          <a:custGeom>
            <a:avLst/>
            <a:gdLst/>
            <a:ahLst/>
            <a:cxnLst/>
            <a:rect l="l" t="t" r="r" b="b"/>
            <a:pathLst>
              <a:path w="5806538" h="3804933">
                <a:moveTo>
                  <a:pt x="0" y="0"/>
                </a:moveTo>
                <a:lnTo>
                  <a:pt x="5806539" y="0"/>
                </a:lnTo>
                <a:lnTo>
                  <a:pt x="5806539" y="3804933"/>
                </a:lnTo>
                <a:lnTo>
                  <a:pt x="0" y="3804933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33217" t="-50477" r="-42081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5" name="TextBox 65"/>
          <p:cNvSpPr txBox="1"/>
          <p:nvPr/>
        </p:nvSpPr>
        <p:spPr>
          <a:xfrm>
            <a:off x="547606" y="2921622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$79.900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$49.900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849417" y="2921622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$99.900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$59.900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705781" y="4496199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$34.900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$24.900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13174" y="6134583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$34.900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$24.900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023363" y="6106008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$59.900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297773" y="2921622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$44.900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590058" y="2921622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$74.900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$49.900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951208" y="2921622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$34.900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$24.900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212523" y="2921622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$34.900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$24.900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777580" y="6106008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$39.900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006831" y="4513815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$99.900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$59.900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04731" y="4569616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$34.900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$24.900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66666" b="-66666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438571" y="1670003"/>
            <a:ext cx="1161179" cy="1161179"/>
            <a:chOff x="0" y="0"/>
            <a:chExt cx="14840029" cy="148400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Freeform 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Freeform 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438571" y="3290762"/>
            <a:ext cx="1161179" cy="1161179"/>
            <a:chOff x="0" y="0"/>
            <a:chExt cx="14840029" cy="148400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438571" y="4887085"/>
            <a:ext cx="1161179" cy="1161179"/>
            <a:chOff x="0" y="0"/>
            <a:chExt cx="14840029" cy="148400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722178" y="1670003"/>
            <a:ext cx="1161179" cy="1161179"/>
            <a:chOff x="0" y="0"/>
            <a:chExt cx="14840029" cy="148400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3005786" y="1670003"/>
            <a:ext cx="1161179" cy="1161179"/>
            <a:chOff x="0" y="0"/>
            <a:chExt cx="14840029" cy="148400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722178" y="3290762"/>
            <a:ext cx="1161179" cy="1161179"/>
            <a:chOff x="0" y="0"/>
            <a:chExt cx="14840029" cy="1484002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722178" y="4887085"/>
            <a:ext cx="1161179" cy="1161179"/>
            <a:chOff x="0" y="0"/>
            <a:chExt cx="14840029" cy="1484002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6860670" y="3334489"/>
            <a:ext cx="1161179" cy="1161179"/>
            <a:chOff x="0" y="0"/>
            <a:chExt cx="14840029" cy="1484002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6860670" y="4955249"/>
            <a:ext cx="1161179" cy="1161179"/>
            <a:chOff x="0" y="0"/>
            <a:chExt cx="14840029" cy="1484002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9" name="Group 39"/>
          <p:cNvGrpSpPr>
            <a:grpSpLocks noChangeAspect="1"/>
          </p:cNvGrpSpPr>
          <p:nvPr/>
        </p:nvGrpSpPr>
        <p:grpSpPr>
          <a:xfrm>
            <a:off x="8148339" y="1694440"/>
            <a:ext cx="1161179" cy="1161179"/>
            <a:chOff x="0" y="0"/>
            <a:chExt cx="14840029" cy="1484002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3" name="Group 43"/>
          <p:cNvGrpSpPr>
            <a:grpSpLocks noChangeAspect="1"/>
          </p:cNvGrpSpPr>
          <p:nvPr/>
        </p:nvGrpSpPr>
        <p:grpSpPr>
          <a:xfrm>
            <a:off x="8148339" y="3290762"/>
            <a:ext cx="1161179" cy="1161179"/>
            <a:chOff x="0" y="0"/>
            <a:chExt cx="14840029" cy="1484002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7" name="Group 47"/>
          <p:cNvGrpSpPr>
            <a:grpSpLocks noChangeAspect="1"/>
          </p:cNvGrpSpPr>
          <p:nvPr/>
        </p:nvGrpSpPr>
        <p:grpSpPr>
          <a:xfrm>
            <a:off x="8148339" y="4934870"/>
            <a:ext cx="1161179" cy="1161179"/>
            <a:chOff x="0" y="0"/>
            <a:chExt cx="14840029" cy="1484002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51" name="Freeform 51"/>
          <p:cNvSpPr/>
          <p:nvPr/>
        </p:nvSpPr>
        <p:spPr>
          <a:xfrm>
            <a:off x="1541464" y="6717030"/>
            <a:ext cx="202442" cy="251339"/>
          </a:xfrm>
          <a:custGeom>
            <a:avLst/>
            <a:gdLst/>
            <a:ahLst/>
            <a:cxnLst/>
            <a:rect l="l" t="t" r="r" b="b"/>
            <a:pathLst>
              <a:path w="202442" h="251339">
                <a:moveTo>
                  <a:pt x="0" y="0"/>
                </a:moveTo>
                <a:lnTo>
                  <a:pt x="202442" y="0"/>
                </a:lnTo>
                <a:lnTo>
                  <a:pt x="202442" y="251339"/>
                </a:lnTo>
                <a:lnTo>
                  <a:pt x="0" y="25133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53" name="Group 53"/>
          <p:cNvGrpSpPr/>
          <p:nvPr/>
        </p:nvGrpSpPr>
        <p:grpSpPr>
          <a:xfrm>
            <a:off x="5759011" y="534589"/>
            <a:ext cx="1511062" cy="675158"/>
            <a:chOff x="0" y="0"/>
            <a:chExt cx="2014749" cy="900210"/>
          </a:xfrm>
        </p:grpSpPr>
        <p:sp>
          <p:nvSpPr>
            <p:cNvPr id="54" name="Freeform 54"/>
            <p:cNvSpPr/>
            <p:nvPr/>
          </p:nvSpPr>
          <p:spPr>
            <a:xfrm>
              <a:off x="499031" y="73659"/>
              <a:ext cx="497186" cy="497186"/>
            </a:xfrm>
            <a:custGeom>
              <a:avLst/>
              <a:gdLst/>
              <a:ahLst/>
              <a:cxnLst/>
              <a:rect l="l" t="t" r="r" b="b"/>
              <a:pathLst>
                <a:path w="497186" h="497186">
                  <a:moveTo>
                    <a:pt x="0" y="0"/>
                  </a:moveTo>
                  <a:lnTo>
                    <a:pt x="497186" y="0"/>
                  </a:lnTo>
                  <a:lnTo>
                    <a:pt x="497186" y="497186"/>
                  </a:lnTo>
                  <a:lnTo>
                    <a:pt x="0" y="497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1245994" y="0"/>
              <a:ext cx="269724" cy="570845"/>
            </a:xfrm>
            <a:custGeom>
              <a:avLst/>
              <a:gdLst/>
              <a:ahLst/>
              <a:cxnLst/>
              <a:rect l="l" t="t" r="r" b="b"/>
              <a:pathLst>
                <a:path w="269724" h="570845">
                  <a:moveTo>
                    <a:pt x="0" y="0"/>
                  </a:moveTo>
                  <a:lnTo>
                    <a:pt x="269724" y="0"/>
                  </a:lnTo>
                  <a:lnTo>
                    <a:pt x="269724" y="570845"/>
                  </a:lnTo>
                  <a:lnTo>
                    <a:pt x="0" y="570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643873"/>
              <a:ext cx="2014749" cy="256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37"/>
                </a:lnSpc>
              </a:pPr>
              <a:endParaRPr lang="en-US" sz="116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57" name="Freeform 57"/>
          <p:cNvSpPr/>
          <p:nvPr/>
        </p:nvSpPr>
        <p:spPr>
          <a:xfrm>
            <a:off x="246823" y="493995"/>
            <a:ext cx="5379379" cy="910012"/>
          </a:xfrm>
          <a:custGeom>
            <a:avLst/>
            <a:gdLst/>
            <a:ahLst/>
            <a:cxnLst/>
            <a:rect l="l" t="t" r="r" b="b"/>
            <a:pathLst>
              <a:path w="5379379" h="910012">
                <a:moveTo>
                  <a:pt x="0" y="0"/>
                </a:moveTo>
                <a:lnTo>
                  <a:pt x="5379378" y="0"/>
                </a:lnTo>
                <a:lnTo>
                  <a:pt x="5379378" y="910012"/>
                </a:lnTo>
                <a:lnTo>
                  <a:pt x="0" y="91001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8" name="Freeform 58"/>
          <p:cNvSpPr/>
          <p:nvPr/>
        </p:nvSpPr>
        <p:spPr>
          <a:xfrm>
            <a:off x="3590999" y="3101920"/>
            <a:ext cx="2571602" cy="3665901"/>
          </a:xfrm>
          <a:custGeom>
            <a:avLst/>
            <a:gdLst/>
            <a:ahLst/>
            <a:cxnLst/>
            <a:rect l="l" t="t" r="r" b="b"/>
            <a:pathLst>
              <a:path w="2571602" h="3665901">
                <a:moveTo>
                  <a:pt x="0" y="0"/>
                </a:moveTo>
                <a:lnTo>
                  <a:pt x="2571602" y="0"/>
                </a:lnTo>
                <a:lnTo>
                  <a:pt x="2571602" y="3665900"/>
                </a:lnTo>
                <a:lnTo>
                  <a:pt x="0" y="36659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9" name="TextBox 59"/>
          <p:cNvSpPr txBox="1"/>
          <p:nvPr/>
        </p:nvSpPr>
        <p:spPr>
          <a:xfrm>
            <a:off x="3215425" y="2840707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$39.900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55108" y="2840707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$39.900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860294" y="2840707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$39.900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0099" y="4461466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$.29900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955286" y="4461466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50099" y="6057789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$29.900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$19.900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955286" y="6057789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$29.900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$19.900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070308" y="4505193"/>
            <a:ext cx="1161179" cy="296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$39.900</a:t>
            </a:r>
          </a:p>
          <a:p>
            <a:pPr algn="l">
              <a:lnSpc>
                <a:spcPts val="1127"/>
              </a:lnSpc>
            </a:pPr>
            <a:r>
              <a:rPr lang="en-US" sz="10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 $19.900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123463" y="6125953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$34.900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$24.900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284641" y="2865143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334895" y="4461466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$49.900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381446" y="6105574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$74.900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$44.900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66666" b="-66666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438571" y="1670003"/>
            <a:ext cx="1161179" cy="1161179"/>
            <a:chOff x="0" y="0"/>
            <a:chExt cx="14840029" cy="148400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Freeform 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Freeform 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438571" y="3290762"/>
            <a:ext cx="1161179" cy="1161179"/>
            <a:chOff x="0" y="0"/>
            <a:chExt cx="14840029" cy="148400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438571" y="4887085"/>
            <a:ext cx="1161179" cy="1161179"/>
            <a:chOff x="0" y="0"/>
            <a:chExt cx="14840029" cy="148400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722178" y="1670003"/>
            <a:ext cx="1161179" cy="1161179"/>
            <a:chOff x="0" y="0"/>
            <a:chExt cx="14840029" cy="148400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3005786" y="1670003"/>
            <a:ext cx="1161179" cy="1161179"/>
            <a:chOff x="0" y="0"/>
            <a:chExt cx="14840029" cy="148400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722178" y="3290762"/>
            <a:ext cx="1161179" cy="1161179"/>
            <a:chOff x="0" y="0"/>
            <a:chExt cx="14840029" cy="1484002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722178" y="4887085"/>
            <a:ext cx="1161179" cy="1161179"/>
            <a:chOff x="0" y="0"/>
            <a:chExt cx="14840029" cy="1484002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6860670" y="3334489"/>
            <a:ext cx="1161179" cy="1161179"/>
            <a:chOff x="0" y="0"/>
            <a:chExt cx="14840029" cy="1484002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6860670" y="4955249"/>
            <a:ext cx="1161179" cy="1161179"/>
            <a:chOff x="0" y="0"/>
            <a:chExt cx="14840029" cy="1484002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9" name="Group 39"/>
          <p:cNvGrpSpPr>
            <a:grpSpLocks noChangeAspect="1"/>
          </p:cNvGrpSpPr>
          <p:nvPr/>
        </p:nvGrpSpPr>
        <p:grpSpPr>
          <a:xfrm>
            <a:off x="8148339" y="1694440"/>
            <a:ext cx="1161179" cy="1161179"/>
            <a:chOff x="0" y="0"/>
            <a:chExt cx="14840029" cy="1484002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3" name="Group 43"/>
          <p:cNvGrpSpPr>
            <a:grpSpLocks noChangeAspect="1"/>
          </p:cNvGrpSpPr>
          <p:nvPr/>
        </p:nvGrpSpPr>
        <p:grpSpPr>
          <a:xfrm>
            <a:off x="8148339" y="3290762"/>
            <a:ext cx="1161179" cy="1161179"/>
            <a:chOff x="0" y="0"/>
            <a:chExt cx="14840029" cy="1484002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47" name="Freeform 47"/>
          <p:cNvSpPr/>
          <p:nvPr/>
        </p:nvSpPr>
        <p:spPr>
          <a:xfrm>
            <a:off x="1541464" y="6717030"/>
            <a:ext cx="202442" cy="251339"/>
          </a:xfrm>
          <a:custGeom>
            <a:avLst/>
            <a:gdLst/>
            <a:ahLst/>
            <a:cxnLst/>
            <a:rect l="l" t="t" r="r" b="b"/>
            <a:pathLst>
              <a:path w="202442" h="251339">
                <a:moveTo>
                  <a:pt x="0" y="0"/>
                </a:moveTo>
                <a:lnTo>
                  <a:pt x="202442" y="0"/>
                </a:lnTo>
                <a:lnTo>
                  <a:pt x="202442" y="251339"/>
                </a:lnTo>
                <a:lnTo>
                  <a:pt x="0" y="25133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49" name="Group 49"/>
          <p:cNvGrpSpPr/>
          <p:nvPr/>
        </p:nvGrpSpPr>
        <p:grpSpPr>
          <a:xfrm>
            <a:off x="5759011" y="534589"/>
            <a:ext cx="1511062" cy="675158"/>
            <a:chOff x="0" y="0"/>
            <a:chExt cx="2014749" cy="900210"/>
          </a:xfrm>
        </p:grpSpPr>
        <p:sp>
          <p:nvSpPr>
            <p:cNvPr id="50" name="Freeform 50"/>
            <p:cNvSpPr/>
            <p:nvPr/>
          </p:nvSpPr>
          <p:spPr>
            <a:xfrm>
              <a:off x="499031" y="73659"/>
              <a:ext cx="497186" cy="497186"/>
            </a:xfrm>
            <a:custGeom>
              <a:avLst/>
              <a:gdLst/>
              <a:ahLst/>
              <a:cxnLst/>
              <a:rect l="l" t="t" r="r" b="b"/>
              <a:pathLst>
                <a:path w="497186" h="497186">
                  <a:moveTo>
                    <a:pt x="0" y="0"/>
                  </a:moveTo>
                  <a:lnTo>
                    <a:pt x="497186" y="0"/>
                  </a:lnTo>
                  <a:lnTo>
                    <a:pt x="497186" y="497186"/>
                  </a:lnTo>
                  <a:lnTo>
                    <a:pt x="0" y="497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1245994" y="0"/>
              <a:ext cx="269724" cy="570845"/>
            </a:xfrm>
            <a:custGeom>
              <a:avLst/>
              <a:gdLst/>
              <a:ahLst/>
              <a:cxnLst/>
              <a:rect l="l" t="t" r="r" b="b"/>
              <a:pathLst>
                <a:path w="269724" h="570845">
                  <a:moveTo>
                    <a:pt x="0" y="0"/>
                  </a:moveTo>
                  <a:lnTo>
                    <a:pt x="269724" y="0"/>
                  </a:lnTo>
                  <a:lnTo>
                    <a:pt x="269724" y="570845"/>
                  </a:lnTo>
                  <a:lnTo>
                    <a:pt x="0" y="570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643873"/>
              <a:ext cx="2014749" cy="256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37"/>
                </a:lnSpc>
              </a:pPr>
              <a:endParaRPr lang="en-US" sz="116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53" name="Freeform 53"/>
          <p:cNvSpPr/>
          <p:nvPr/>
        </p:nvSpPr>
        <p:spPr>
          <a:xfrm>
            <a:off x="246823" y="493995"/>
            <a:ext cx="5379379" cy="910012"/>
          </a:xfrm>
          <a:custGeom>
            <a:avLst/>
            <a:gdLst/>
            <a:ahLst/>
            <a:cxnLst/>
            <a:rect l="l" t="t" r="r" b="b"/>
            <a:pathLst>
              <a:path w="5379379" h="910012">
                <a:moveTo>
                  <a:pt x="0" y="0"/>
                </a:moveTo>
                <a:lnTo>
                  <a:pt x="5379378" y="0"/>
                </a:lnTo>
                <a:lnTo>
                  <a:pt x="5379378" y="910012"/>
                </a:lnTo>
                <a:lnTo>
                  <a:pt x="0" y="91001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4" name="Freeform 54"/>
          <p:cNvSpPr/>
          <p:nvPr/>
        </p:nvSpPr>
        <p:spPr>
          <a:xfrm>
            <a:off x="3108583" y="3788159"/>
            <a:ext cx="3599687" cy="2583357"/>
          </a:xfrm>
          <a:custGeom>
            <a:avLst/>
            <a:gdLst/>
            <a:ahLst/>
            <a:cxnLst/>
            <a:rect l="l" t="t" r="r" b="b"/>
            <a:pathLst>
              <a:path w="3599687" h="2583357">
                <a:moveTo>
                  <a:pt x="0" y="0"/>
                </a:moveTo>
                <a:lnTo>
                  <a:pt x="3599687" y="0"/>
                </a:lnTo>
                <a:lnTo>
                  <a:pt x="3599687" y="2583357"/>
                </a:lnTo>
                <a:lnTo>
                  <a:pt x="0" y="258335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r="-7845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5" name="TextBox 55"/>
          <p:cNvSpPr txBox="1"/>
          <p:nvPr/>
        </p:nvSpPr>
        <p:spPr>
          <a:xfrm>
            <a:off x="3215425" y="2840707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$44.900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55108" y="2840707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860294" y="2840707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$44.900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50099" y="4461466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$.49.900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955286" y="4461466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50099" y="6057789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$44.900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$.29900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955286" y="6057789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070308" y="4505193"/>
            <a:ext cx="1161179" cy="296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$44.900</a:t>
            </a:r>
          </a:p>
          <a:p>
            <a:pPr algn="l">
              <a:lnSpc>
                <a:spcPts val="1127"/>
              </a:lnSpc>
            </a:pPr>
            <a:r>
              <a:rPr lang="en-US" sz="10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 $29.900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123463" y="6125953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$.29900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359866" y="2865143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334895" y="4461466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$39.900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0694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66666" b="-66666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444413" y="1684606"/>
            <a:ext cx="1142110" cy="1142110"/>
            <a:chOff x="0" y="0"/>
            <a:chExt cx="14840029" cy="148400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Freeform 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Freeform 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06941" y="1684606"/>
            <a:ext cx="1142110" cy="1142110"/>
            <a:chOff x="0" y="0"/>
            <a:chExt cx="14840029" cy="148400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2969469" y="1684606"/>
            <a:ext cx="1142110" cy="1142110"/>
            <a:chOff x="0" y="0"/>
            <a:chExt cx="14840029" cy="148400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235992" y="1684606"/>
            <a:ext cx="1142110" cy="1142110"/>
            <a:chOff x="0" y="0"/>
            <a:chExt cx="14840029" cy="148400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5498520" y="1684606"/>
            <a:ext cx="1142110" cy="1142110"/>
            <a:chOff x="0" y="0"/>
            <a:chExt cx="14840029" cy="148400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6761048" y="1684606"/>
            <a:ext cx="1142110" cy="1142110"/>
            <a:chOff x="0" y="0"/>
            <a:chExt cx="14840029" cy="1484002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8048306" y="1684606"/>
            <a:ext cx="1142110" cy="1142110"/>
            <a:chOff x="0" y="0"/>
            <a:chExt cx="14840029" cy="1484002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5494525" y="3393486"/>
            <a:ext cx="1142110" cy="1142110"/>
            <a:chOff x="0" y="0"/>
            <a:chExt cx="14840029" cy="1484002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6761048" y="3393486"/>
            <a:ext cx="1142110" cy="1142110"/>
            <a:chOff x="0" y="0"/>
            <a:chExt cx="14840029" cy="1484002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9" name="Group 39"/>
          <p:cNvGrpSpPr>
            <a:grpSpLocks noChangeAspect="1"/>
          </p:cNvGrpSpPr>
          <p:nvPr/>
        </p:nvGrpSpPr>
        <p:grpSpPr>
          <a:xfrm>
            <a:off x="8023576" y="3393486"/>
            <a:ext cx="1142110" cy="1142110"/>
            <a:chOff x="0" y="0"/>
            <a:chExt cx="14840029" cy="1484002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3" name="Group 43"/>
          <p:cNvGrpSpPr>
            <a:grpSpLocks noChangeAspect="1"/>
          </p:cNvGrpSpPr>
          <p:nvPr/>
        </p:nvGrpSpPr>
        <p:grpSpPr>
          <a:xfrm>
            <a:off x="5456880" y="5029791"/>
            <a:ext cx="1142110" cy="1142110"/>
            <a:chOff x="0" y="0"/>
            <a:chExt cx="14840029" cy="1484002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7" name="Group 47"/>
          <p:cNvGrpSpPr>
            <a:grpSpLocks noChangeAspect="1"/>
          </p:cNvGrpSpPr>
          <p:nvPr/>
        </p:nvGrpSpPr>
        <p:grpSpPr>
          <a:xfrm>
            <a:off x="6719409" y="5029791"/>
            <a:ext cx="1142110" cy="1142110"/>
            <a:chOff x="0" y="0"/>
            <a:chExt cx="14840029" cy="1484002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51" name="Group 51"/>
          <p:cNvGrpSpPr>
            <a:grpSpLocks noChangeAspect="1"/>
          </p:cNvGrpSpPr>
          <p:nvPr/>
        </p:nvGrpSpPr>
        <p:grpSpPr>
          <a:xfrm>
            <a:off x="7983799" y="5029791"/>
            <a:ext cx="1142110" cy="1142110"/>
            <a:chOff x="0" y="0"/>
            <a:chExt cx="14840029" cy="1484002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3" name="Freeform 5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55" name="Freeform 55"/>
          <p:cNvSpPr/>
          <p:nvPr/>
        </p:nvSpPr>
        <p:spPr>
          <a:xfrm>
            <a:off x="2080484" y="6583680"/>
            <a:ext cx="202442" cy="251339"/>
          </a:xfrm>
          <a:custGeom>
            <a:avLst/>
            <a:gdLst/>
            <a:ahLst/>
            <a:cxnLst/>
            <a:rect l="l" t="t" r="r" b="b"/>
            <a:pathLst>
              <a:path w="202442" h="251339">
                <a:moveTo>
                  <a:pt x="0" y="0"/>
                </a:moveTo>
                <a:lnTo>
                  <a:pt x="202442" y="0"/>
                </a:lnTo>
                <a:lnTo>
                  <a:pt x="202442" y="251339"/>
                </a:lnTo>
                <a:lnTo>
                  <a:pt x="0" y="25133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57" name="Group 57"/>
          <p:cNvGrpSpPr/>
          <p:nvPr/>
        </p:nvGrpSpPr>
        <p:grpSpPr>
          <a:xfrm>
            <a:off x="5759011" y="534589"/>
            <a:ext cx="1511062" cy="675158"/>
            <a:chOff x="0" y="0"/>
            <a:chExt cx="2014749" cy="900210"/>
          </a:xfrm>
        </p:grpSpPr>
        <p:sp>
          <p:nvSpPr>
            <p:cNvPr id="58" name="Freeform 58"/>
            <p:cNvSpPr/>
            <p:nvPr/>
          </p:nvSpPr>
          <p:spPr>
            <a:xfrm>
              <a:off x="499031" y="73659"/>
              <a:ext cx="497186" cy="497186"/>
            </a:xfrm>
            <a:custGeom>
              <a:avLst/>
              <a:gdLst/>
              <a:ahLst/>
              <a:cxnLst/>
              <a:rect l="l" t="t" r="r" b="b"/>
              <a:pathLst>
                <a:path w="497186" h="497186">
                  <a:moveTo>
                    <a:pt x="0" y="0"/>
                  </a:moveTo>
                  <a:lnTo>
                    <a:pt x="497186" y="0"/>
                  </a:lnTo>
                  <a:lnTo>
                    <a:pt x="497186" y="497186"/>
                  </a:lnTo>
                  <a:lnTo>
                    <a:pt x="0" y="497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59" name="Freeform 59"/>
            <p:cNvSpPr/>
            <p:nvPr/>
          </p:nvSpPr>
          <p:spPr>
            <a:xfrm>
              <a:off x="1245994" y="0"/>
              <a:ext cx="269724" cy="570845"/>
            </a:xfrm>
            <a:custGeom>
              <a:avLst/>
              <a:gdLst/>
              <a:ahLst/>
              <a:cxnLst/>
              <a:rect l="l" t="t" r="r" b="b"/>
              <a:pathLst>
                <a:path w="269724" h="570845">
                  <a:moveTo>
                    <a:pt x="0" y="0"/>
                  </a:moveTo>
                  <a:lnTo>
                    <a:pt x="269724" y="0"/>
                  </a:lnTo>
                  <a:lnTo>
                    <a:pt x="269724" y="570845"/>
                  </a:lnTo>
                  <a:lnTo>
                    <a:pt x="0" y="570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643873"/>
              <a:ext cx="2014749" cy="256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37"/>
                </a:lnSpc>
              </a:pPr>
              <a:endParaRPr lang="en-US" sz="116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61" name="Freeform 61"/>
          <p:cNvSpPr/>
          <p:nvPr/>
        </p:nvSpPr>
        <p:spPr>
          <a:xfrm>
            <a:off x="246823" y="493995"/>
            <a:ext cx="5379379" cy="910012"/>
          </a:xfrm>
          <a:custGeom>
            <a:avLst/>
            <a:gdLst/>
            <a:ahLst/>
            <a:cxnLst/>
            <a:rect l="l" t="t" r="r" b="b"/>
            <a:pathLst>
              <a:path w="5379379" h="910012">
                <a:moveTo>
                  <a:pt x="0" y="0"/>
                </a:moveTo>
                <a:lnTo>
                  <a:pt x="5379378" y="0"/>
                </a:lnTo>
                <a:lnTo>
                  <a:pt x="5379378" y="910012"/>
                </a:lnTo>
                <a:lnTo>
                  <a:pt x="0" y="91001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4" name="Group 64"/>
          <p:cNvGrpSpPr/>
          <p:nvPr/>
        </p:nvGrpSpPr>
        <p:grpSpPr>
          <a:xfrm>
            <a:off x="1351840" y="6124335"/>
            <a:ext cx="2810976" cy="553856"/>
            <a:chOff x="0" y="-47625"/>
            <a:chExt cx="3747968" cy="738473"/>
          </a:xfrm>
        </p:grpSpPr>
        <p:sp>
          <p:nvSpPr>
            <p:cNvPr id="65" name="Freeform 65"/>
            <p:cNvSpPr/>
            <p:nvPr/>
          </p:nvSpPr>
          <p:spPr>
            <a:xfrm>
              <a:off x="2324833" y="292255"/>
              <a:ext cx="306781" cy="244777"/>
            </a:xfrm>
            <a:custGeom>
              <a:avLst/>
              <a:gdLst/>
              <a:ahLst/>
              <a:cxnLst/>
              <a:rect l="l" t="t" r="r" b="b"/>
              <a:pathLst>
                <a:path w="306781" h="244777">
                  <a:moveTo>
                    <a:pt x="0" y="0"/>
                  </a:moveTo>
                  <a:lnTo>
                    <a:pt x="306781" y="0"/>
                  </a:lnTo>
                  <a:lnTo>
                    <a:pt x="306781" y="244777"/>
                  </a:lnTo>
                  <a:lnTo>
                    <a:pt x="0" y="244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-322755" t="-65301" b="-132735"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6" name="Freeform 66"/>
            <p:cNvSpPr/>
            <p:nvPr/>
          </p:nvSpPr>
          <p:spPr>
            <a:xfrm flipH="1" flipV="1">
              <a:off x="3182786" y="256082"/>
              <a:ext cx="306781" cy="87264"/>
            </a:xfrm>
            <a:custGeom>
              <a:avLst/>
              <a:gdLst/>
              <a:ahLst/>
              <a:cxnLst/>
              <a:rect l="l" t="t" r="r" b="b"/>
              <a:pathLst>
                <a:path w="736224" h="347501">
                  <a:moveTo>
                    <a:pt x="0" y="0"/>
                  </a:moveTo>
                  <a:lnTo>
                    <a:pt x="736224" y="0"/>
                  </a:lnTo>
                  <a:lnTo>
                    <a:pt x="736224" y="347501"/>
                  </a:lnTo>
                  <a:lnTo>
                    <a:pt x="0" y="347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7" name="Freeform 67"/>
            <p:cNvSpPr/>
            <p:nvPr/>
          </p:nvSpPr>
          <p:spPr>
            <a:xfrm>
              <a:off x="889928" y="363119"/>
              <a:ext cx="1588296" cy="327728"/>
            </a:xfrm>
            <a:custGeom>
              <a:avLst/>
              <a:gdLst/>
              <a:ahLst/>
              <a:cxnLst/>
              <a:rect l="l" t="t" r="r" b="b"/>
              <a:pathLst>
                <a:path w="1588296" h="327728">
                  <a:moveTo>
                    <a:pt x="0" y="0"/>
                  </a:moveTo>
                  <a:lnTo>
                    <a:pt x="1588296" y="0"/>
                  </a:lnTo>
                  <a:lnTo>
                    <a:pt x="1588296" y="327728"/>
                  </a:lnTo>
                  <a:lnTo>
                    <a:pt x="0" y="327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-93506" t="-255468" r="-71655" b="-367033"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8" name="Freeform 68"/>
            <p:cNvSpPr/>
            <p:nvPr/>
          </p:nvSpPr>
          <p:spPr>
            <a:xfrm>
              <a:off x="2922971" y="435428"/>
              <a:ext cx="528330" cy="178624"/>
            </a:xfrm>
            <a:custGeom>
              <a:avLst/>
              <a:gdLst/>
              <a:ahLst/>
              <a:cxnLst/>
              <a:rect l="l" t="t" r="r" b="b"/>
              <a:pathLst>
                <a:path w="528330" h="178624">
                  <a:moveTo>
                    <a:pt x="0" y="0"/>
                  </a:moveTo>
                  <a:lnTo>
                    <a:pt x="528330" y="0"/>
                  </a:lnTo>
                  <a:lnTo>
                    <a:pt x="528330" y="178625"/>
                  </a:lnTo>
                  <a:lnTo>
                    <a:pt x="0" y="178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-8471"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9" name="Freeform 69"/>
            <p:cNvSpPr/>
            <p:nvPr/>
          </p:nvSpPr>
          <p:spPr>
            <a:xfrm>
              <a:off x="2631614" y="358634"/>
              <a:ext cx="309882" cy="332214"/>
            </a:xfrm>
            <a:custGeom>
              <a:avLst/>
              <a:gdLst/>
              <a:ahLst/>
              <a:cxnLst/>
              <a:rect l="l" t="t" r="r" b="b"/>
              <a:pathLst>
                <a:path w="309882" h="332214">
                  <a:moveTo>
                    <a:pt x="0" y="0"/>
                  </a:moveTo>
                  <a:lnTo>
                    <a:pt x="309882" y="0"/>
                  </a:lnTo>
                  <a:lnTo>
                    <a:pt x="309882" y="332213"/>
                  </a:lnTo>
                  <a:lnTo>
                    <a:pt x="0" y="332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-46688" t="-85654" r="-303474" b="-76562"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70" name="Freeform 70"/>
            <p:cNvSpPr/>
            <p:nvPr/>
          </p:nvSpPr>
          <p:spPr>
            <a:xfrm>
              <a:off x="0" y="256082"/>
              <a:ext cx="788261" cy="434765"/>
            </a:xfrm>
            <a:custGeom>
              <a:avLst/>
              <a:gdLst/>
              <a:ahLst/>
              <a:cxnLst/>
              <a:rect l="l" t="t" r="r" b="b"/>
              <a:pathLst>
                <a:path w="788261" h="434765">
                  <a:moveTo>
                    <a:pt x="0" y="0"/>
                  </a:moveTo>
                  <a:lnTo>
                    <a:pt x="788261" y="0"/>
                  </a:lnTo>
                  <a:lnTo>
                    <a:pt x="788261" y="434765"/>
                  </a:lnTo>
                  <a:lnTo>
                    <a:pt x="0" y="434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t="-40814" b="-40492"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77822" y="-47625"/>
              <a:ext cx="3270146" cy="406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43"/>
                </a:lnSpc>
              </a:pPr>
              <a:r>
                <a:rPr lang="en-US" sz="1786" b="1" i="1">
                  <a:solidFill>
                    <a:srgbClr val="FFFFFF"/>
                  </a:solidFill>
                  <a:latin typeface="Cooper Hewitt Bold Italics"/>
                  <a:ea typeface="Cooper Hewitt Bold Italics"/>
                  <a:cs typeface="Cooper Hewitt Bold Italics"/>
                  <a:sym typeface="Cooper Hewitt Bold Italics"/>
                </a:rPr>
                <a:t>MEDIOS DE PAGO</a:t>
              </a:r>
            </a:p>
          </p:txBody>
        </p:sp>
      </p:grpSp>
      <p:sp>
        <p:nvSpPr>
          <p:cNvPr id="72" name="Freeform 72"/>
          <p:cNvSpPr/>
          <p:nvPr/>
        </p:nvSpPr>
        <p:spPr>
          <a:xfrm>
            <a:off x="291933" y="3310488"/>
            <a:ext cx="5114235" cy="2045694"/>
          </a:xfrm>
          <a:custGeom>
            <a:avLst/>
            <a:gdLst/>
            <a:ahLst/>
            <a:cxnLst/>
            <a:rect l="l" t="t" r="r" b="b"/>
            <a:pathLst>
              <a:path w="5114235" h="2045694">
                <a:moveTo>
                  <a:pt x="0" y="0"/>
                </a:moveTo>
                <a:lnTo>
                  <a:pt x="5114235" y="0"/>
                </a:lnTo>
                <a:lnTo>
                  <a:pt x="5114235" y="2045694"/>
                </a:lnTo>
                <a:lnTo>
                  <a:pt x="0" y="204569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4" name="TextBox 74"/>
          <p:cNvSpPr txBox="1"/>
          <p:nvPr/>
        </p:nvSpPr>
        <p:spPr>
          <a:xfrm>
            <a:off x="3198596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52467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$34.900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$24.900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936220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$49.900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419484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$.89900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$59.900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703237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$29.900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$19.900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990175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$49.900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8162929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$49.900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753003" y="4535596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$39.900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969102" y="4535596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$49.900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8252855" y="4535596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$44.900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571503" y="617190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$44.900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046023" y="617190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$49.900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8188133" y="617190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$39.900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66666" b="-66666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608769" y="3449509"/>
            <a:ext cx="1158175" cy="1158175"/>
            <a:chOff x="0" y="0"/>
            <a:chExt cx="14840029" cy="148400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Freeform 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Freeform 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157752" y="1792773"/>
            <a:ext cx="1158175" cy="1158175"/>
            <a:chOff x="0" y="0"/>
            <a:chExt cx="14840029" cy="148400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2438039" y="1792773"/>
            <a:ext cx="1158175" cy="1158175"/>
            <a:chOff x="0" y="0"/>
            <a:chExt cx="14840029" cy="148400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889056" y="3449509"/>
            <a:ext cx="1158175" cy="1158175"/>
            <a:chOff x="0" y="0"/>
            <a:chExt cx="14840029" cy="148400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3722377" y="1792773"/>
            <a:ext cx="1158175" cy="1158175"/>
            <a:chOff x="0" y="0"/>
            <a:chExt cx="14840029" cy="148400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3211264" y="3449509"/>
            <a:ext cx="1158175" cy="1158175"/>
            <a:chOff x="0" y="0"/>
            <a:chExt cx="14840029" cy="1484002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59011" y="534589"/>
            <a:ext cx="1511062" cy="675158"/>
            <a:chOff x="0" y="0"/>
            <a:chExt cx="2014749" cy="900210"/>
          </a:xfrm>
        </p:grpSpPr>
        <p:sp>
          <p:nvSpPr>
            <p:cNvPr id="29" name="Freeform 29"/>
            <p:cNvSpPr/>
            <p:nvPr/>
          </p:nvSpPr>
          <p:spPr>
            <a:xfrm>
              <a:off x="499031" y="73659"/>
              <a:ext cx="497186" cy="497186"/>
            </a:xfrm>
            <a:custGeom>
              <a:avLst/>
              <a:gdLst/>
              <a:ahLst/>
              <a:cxnLst/>
              <a:rect l="l" t="t" r="r" b="b"/>
              <a:pathLst>
                <a:path w="497186" h="497186">
                  <a:moveTo>
                    <a:pt x="0" y="0"/>
                  </a:moveTo>
                  <a:lnTo>
                    <a:pt x="497186" y="0"/>
                  </a:lnTo>
                  <a:lnTo>
                    <a:pt x="497186" y="497186"/>
                  </a:lnTo>
                  <a:lnTo>
                    <a:pt x="0" y="497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1245994" y="0"/>
              <a:ext cx="269724" cy="570845"/>
            </a:xfrm>
            <a:custGeom>
              <a:avLst/>
              <a:gdLst/>
              <a:ahLst/>
              <a:cxnLst/>
              <a:rect l="l" t="t" r="r" b="b"/>
              <a:pathLst>
                <a:path w="269724" h="570845">
                  <a:moveTo>
                    <a:pt x="0" y="0"/>
                  </a:moveTo>
                  <a:lnTo>
                    <a:pt x="269724" y="0"/>
                  </a:lnTo>
                  <a:lnTo>
                    <a:pt x="269724" y="570845"/>
                  </a:lnTo>
                  <a:lnTo>
                    <a:pt x="0" y="570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643873"/>
              <a:ext cx="2014749" cy="256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37"/>
                </a:lnSpc>
              </a:pPr>
              <a:endParaRPr lang="en-US" sz="116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246823" y="493995"/>
            <a:ext cx="5379379" cy="910012"/>
          </a:xfrm>
          <a:custGeom>
            <a:avLst/>
            <a:gdLst/>
            <a:ahLst/>
            <a:cxnLst/>
            <a:rect l="l" t="t" r="r" b="b"/>
            <a:pathLst>
              <a:path w="5379379" h="910012">
                <a:moveTo>
                  <a:pt x="0" y="0"/>
                </a:moveTo>
                <a:lnTo>
                  <a:pt x="5379378" y="0"/>
                </a:lnTo>
                <a:lnTo>
                  <a:pt x="5379378" y="910012"/>
                </a:lnTo>
                <a:lnTo>
                  <a:pt x="0" y="9100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5" name="Group 35"/>
          <p:cNvGrpSpPr/>
          <p:nvPr/>
        </p:nvGrpSpPr>
        <p:grpSpPr>
          <a:xfrm>
            <a:off x="608769" y="6180126"/>
            <a:ext cx="2810976" cy="553856"/>
            <a:chOff x="0" y="-47625"/>
            <a:chExt cx="3747968" cy="738473"/>
          </a:xfrm>
        </p:grpSpPr>
        <p:sp>
          <p:nvSpPr>
            <p:cNvPr id="36" name="Freeform 36"/>
            <p:cNvSpPr/>
            <p:nvPr/>
          </p:nvSpPr>
          <p:spPr>
            <a:xfrm>
              <a:off x="2324833" y="292255"/>
              <a:ext cx="306781" cy="244777"/>
            </a:xfrm>
            <a:custGeom>
              <a:avLst/>
              <a:gdLst/>
              <a:ahLst/>
              <a:cxnLst/>
              <a:rect l="l" t="t" r="r" b="b"/>
              <a:pathLst>
                <a:path w="306781" h="244777">
                  <a:moveTo>
                    <a:pt x="0" y="0"/>
                  </a:moveTo>
                  <a:lnTo>
                    <a:pt x="306781" y="0"/>
                  </a:lnTo>
                  <a:lnTo>
                    <a:pt x="306781" y="244777"/>
                  </a:lnTo>
                  <a:lnTo>
                    <a:pt x="0" y="244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322755" t="-65301" b="-132735"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Freeform 37"/>
            <p:cNvSpPr/>
            <p:nvPr/>
          </p:nvSpPr>
          <p:spPr>
            <a:xfrm flipH="1">
              <a:off x="3428608" y="343346"/>
              <a:ext cx="60959" cy="108112"/>
            </a:xfrm>
            <a:custGeom>
              <a:avLst/>
              <a:gdLst/>
              <a:ahLst/>
              <a:cxnLst/>
              <a:rect l="l" t="t" r="r" b="b"/>
              <a:pathLst>
                <a:path w="736224" h="347501">
                  <a:moveTo>
                    <a:pt x="0" y="0"/>
                  </a:moveTo>
                  <a:lnTo>
                    <a:pt x="736224" y="0"/>
                  </a:lnTo>
                  <a:lnTo>
                    <a:pt x="736224" y="347501"/>
                  </a:lnTo>
                  <a:lnTo>
                    <a:pt x="0" y="347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889928" y="363119"/>
              <a:ext cx="1588296" cy="327728"/>
            </a:xfrm>
            <a:custGeom>
              <a:avLst/>
              <a:gdLst/>
              <a:ahLst/>
              <a:cxnLst/>
              <a:rect l="l" t="t" r="r" b="b"/>
              <a:pathLst>
                <a:path w="1588296" h="327728">
                  <a:moveTo>
                    <a:pt x="0" y="0"/>
                  </a:moveTo>
                  <a:lnTo>
                    <a:pt x="1588296" y="0"/>
                  </a:lnTo>
                  <a:lnTo>
                    <a:pt x="1588296" y="327728"/>
                  </a:lnTo>
                  <a:lnTo>
                    <a:pt x="0" y="327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93506" t="-255468" r="-71655" b="-367033"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2922971" y="435428"/>
              <a:ext cx="528330" cy="178624"/>
            </a:xfrm>
            <a:custGeom>
              <a:avLst/>
              <a:gdLst/>
              <a:ahLst/>
              <a:cxnLst/>
              <a:rect l="l" t="t" r="r" b="b"/>
              <a:pathLst>
                <a:path w="528330" h="178624">
                  <a:moveTo>
                    <a:pt x="0" y="0"/>
                  </a:moveTo>
                  <a:lnTo>
                    <a:pt x="528330" y="0"/>
                  </a:lnTo>
                  <a:lnTo>
                    <a:pt x="528330" y="178625"/>
                  </a:lnTo>
                  <a:lnTo>
                    <a:pt x="0" y="178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-8471"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2631614" y="358634"/>
              <a:ext cx="309882" cy="332214"/>
            </a:xfrm>
            <a:custGeom>
              <a:avLst/>
              <a:gdLst/>
              <a:ahLst/>
              <a:cxnLst/>
              <a:rect l="l" t="t" r="r" b="b"/>
              <a:pathLst>
                <a:path w="309882" h="332214">
                  <a:moveTo>
                    <a:pt x="0" y="0"/>
                  </a:moveTo>
                  <a:lnTo>
                    <a:pt x="309882" y="0"/>
                  </a:lnTo>
                  <a:lnTo>
                    <a:pt x="309882" y="332213"/>
                  </a:lnTo>
                  <a:lnTo>
                    <a:pt x="0" y="332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46688" t="-85654" r="-303474" b="-76562"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0" y="256082"/>
              <a:ext cx="788261" cy="434765"/>
            </a:xfrm>
            <a:custGeom>
              <a:avLst/>
              <a:gdLst/>
              <a:ahLst/>
              <a:cxnLst/>
              <a:rect l="l" t="t" r="r" b="b"/>
              <a:pathLst>
                <a:path w="788261" h="434765">
                  <a:moveTo>
                    <a:pt x="0" y="0"/>
                  </a:moveTo>
                  <a:lnTo>
                    <a:pt x="788261" y="0"/>
                  </a:lnTo>
                  <a:lnTo>
                    <a:pt x="788261" y="434765"/>
                  </a:lnTo>
                  <a:lnTo>
                    <a:pt x="0" y="434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t="-40814" b="-40492"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7822" y="-47625"/>
              <a:ext cx="3270146" cy="406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43"/>
                </a:lnSpc>
              </a:pPr>
              <a:r>
                <a:rPr lang="en-US" sz="1786" b="1" i="1">
                  <a:solidFill>
                    <a:srgbClr val="FFFFFF"/>
                  </a:solidFill>
                  <a:latin typeface="Cooper Hewitt Bold Italics"/>
                  <a:ea typeface="Cooper Hewitt Bold Italics"/>
                  <a:cs typeface="Cooper Hewitt Bold Italics"/>
                  <a:sym typeface="Cooper Hewitt Bold Italics"/>
                </a:rPr>
                <a:t>MEDIOS DE PAGO</a:t>
              </a:r>
            </a:p>
          </p:txBody>
        </p:sp>
      </p:grpSp>
      <p:sp>
        <p:nvSpPr>
          <p:cNvPr id="43" name="Freeform 43"/>
          <p:cNvSpPr/>
          <p:nvPr/>
        </p:nvSpPr>
        <p:spPr>
          <a:xfrm>
            <a:off x="1088988" y="6823075"/>
            <a:ext cx="309850" cy="384689"/>
          </a:xfrm>
          <a:custGeom>
            <a:avLst/>
            <a:gdLst/>
            <a:ahLst/>
            <a:cxnLst/>
            <a:rect l="l" t="t" r="r" b="b"/>
            <a:pathLst>
              <a:path w="309850" h="384689">
                <a:moveTo>
                  <a:pt x="0" y="0"/>
                </a:moveTo>
                <a:lnTo>
                  <a:pt x="309849" y="0"/>
                </a:lnTo>
                <a:lnTo>
                  <a:pt x="309849" y="384689"/>
                </a:lnTo>
                <a:lnTo>
                  <a:pt x="0" y="38468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4" name="Freeform 44"/>
          <p:cNvSpPr/>
          <p:nvPr/>
        </p:nvSpPr>
        <p:spPr>
          <a:xfrm>
            <a:off x="5297699" y="2068060"/>
            <a:ext cx="4332076" cy="4837370"/>
          </a:xfrm>
          <a:custGeom>
            <a:avLst/>
            <a:gdLst/>
            <a:ahLst/>
            <a:cxnLst/>
            <a:rect l="l" t="t" r="r" b="b"/>
            <a:pathLst>
              <a:path w="4332076" h="4837370">
                <a:moveTo>
                  <a:pt x="0" y="0"/>
                </a:moveTo>
                <a:lnTo>
                  <a:pt x="4332076" y="0"/>
                </a:lnTo>
                <a:lnTo>
                  <a:pt x="4332076" y="4837370"/>
                </a:lnTo>
                <a:lnTo>
                  <a:pt x="0" y="483737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49227" r="-49286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6" name="TextBox 46"/>
          <p:cNvSpPr txBox="1"/>
          <p:nvPr/>
        </p:nvSpPr>
        <p:spPr>
          <a:xfrm>
            <a:off x="3422610" y="4617209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$59.900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$39.900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121560" y="4617209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$34.900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$24.900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90256" y="2960473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$89.900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$49.900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700152" y="2960473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$49.900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$29.900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19750" y="4617209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$29.900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$19.900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010727" y="2960473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$34.900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$24.900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943</Words>
  <Application>Microsoft Macintosh PowerPoint</Application>
  <PresentationFormat>Personalizado</PresentationFormat>
  <Paragraphs>237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Calibri</vt:lpstr>
      <vt:lpstr>Open Sans Bold</vt:lpstr>
      <vt:lpstr>Cooper Hewitt Bold Italics</vt:lpstr>
      <vt:lpstr>Open Sauce Bold</vt:lpstr>
      <vt:lpstr>Raleway 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CATALOGO JUEGOS PS4 PS5 9 DE ABRIL </dc:title>
  <cp:lastModifiedBy>Santiago  Velasco</cp:lastModifiedBy>
  <cp:revision>3</cp:revision>
  <dcterms:created xsi:type="dcterms:W3CDTF">2006-08-16T00:00:00Z</dcterms:created>
  <dcterms:modified xsi:type="dcterms:W3CDTF">2025-04-02T22:25:22Z</dcterms:modified>
  <dc:identifier>DAGaAT2OPZY</dc:identifier>
</cp:coreProperties>
</file>